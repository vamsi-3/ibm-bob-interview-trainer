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presProps.xml" ContentType="application/vnd.openxmlformats-officedocument.presentationml.presProps+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9880" y="457200"/>
            <a:ext cx="3931560" cy="159948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IN" sz="3200" b="0" u="none" strike="noStrike">
                <a:solidFill>
                  <a:srgbClr val="000000"/>
                </a:solidFill>
                <a:effectLst/>
                <a:uFillTx/>
                <a:latin typeface="Arial"/>
              </a:defRPr>
            </a:lvl1pPr>
          </a:lstStyle>
          <a:p>
            <a:pPr indent="0" algn="l">
              <a:lnSpc>
                <a:spcPct val="100000"/>
              </a:lnSpc>
              <a:buNone/>
              <a:tabLst>
                <a:tab pos="0" algn="l"/>
              </a:tabLst>
            </a:pPr>
            <a:r>
              <a:rPr lang="en-IN" sz="3200" b="0" u="none" strike="noStrike">
                <a:solidFill>
                  <a:srgbClr val="000000"/>
                </a:solidFill>
                <a:effectLst/>
                <a:uFillTx/>
                <a:latin typeface="Arial"/>
              </a:rPr>
              <a:t>Click to edit the title text format</a:t>
            </a:r>
            <a:endParaRPr lang="en-IN" sz="3200" b="0" u="none" strike="noStrike">
              <a:solidFill>
                <a:srgbClr val="000000"/>
              </a:solidFill>
              <a:effectLst/>
              <a:uFillTx/>
              <a:latin typeface="Arial"/>
            </a:endParaRPr>
          </a:p>
        </p:txBody>
      </p:sp>
      <p:sp>
        <p:nvSpPr>
          <p:cNvPr id="3" name="PlaceHolder 2"/>
          <p:cNvSpPr>
            <a:spLocks noGrp="1"/>
          </p:cNvSpPr>
          <p:nvPr>
            <p:ph type="body"/>
          </p:nvPr>
        </p:nvSpPr>
        <p:spPr>
          <a:xfrm>
            <a:off x="5183280" y="987480"/>
            <a:ext cx="6171480" cy="4872960"/>
          </a:xfrm>
          <a:prstGeom prst="rect">
            <a:avLst/>
          </a:prstGeom>
          <a:noFill/>
          <a:ln w="0">
            <a:noFill/>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IN"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IN"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IN"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IN"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IN"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IN"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IN"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IN" sz="1800" b="0" u="none" strike="noStrike">
                <a:solidFill>
                  <a:srgbClr val="000000"/>
                </a:solidFill>
                <a:effectLst/>
                <a:uFillTx/>
                <a:latin typeface="Arial"/>
              </a:rPr>
              <a:t>Click to edit the outline text format</a:t>
            </a:r>
            <a:endParaRPr lang="en-IN"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IN" sz="1800" b="0" u="none" strike="noStrike">
                <a:solidFill>
                  <a:srgbClr val="000000"/>
                </a:solidFill>
                <a:effectLst/>
                <a:uFillTx/>
                <a:latin typeface="Arial"/>
              </a:rPr>
              <a:t>Second Outline Level</a:t>
            </a:r>
            <a:endParaRPr lang="en-IN"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IN" sz="1800" b="0" u="none" strike="noStrike">
                <a:solidFill>
                  <a:srgbClr val="000000"/>
                </a:solidFill>
                <a:effectLst/>
                <a:uFillTx/>
                <a:latin typeface="Arial"/>
              </a:rPr>
              <a:t>Third Outline Level</a:t>
            </a:r>
            <a:endParaRPr lang="en-IN"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IN" sz="1800" b="0" u="none" strike="noStrike">
                <a:solidFill>
                  <a:srgbClr val="000000"/>
                </a:solidFill>
                <a:effectLst/>
                <a:uFillTx/>
                <a:latin typeface="Arial"/>
              </a:rPr>
              <a:t>Fourth Outline Level</a:t>
            </a:r>
            <a:endParaRPr lang="en-IN"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IN" sz="1800" b="0" u="none" strike="noStrike">
                <a:solidFill>
                  <a:srgbClr val="000000"/>
                </a:solidFill>
                <a:effectLst/>
                <a:uFillTx/>
                <a:latin typeface="Arial"/>
              </a:rPr>
              <a:t>Fifth Outline Level</a:t>
            </a:r>
            <a:endParaRPr lang="en-IN"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IN" sz="1800" b="0" u="none" strike="noStrike">
                <a:solidFill>
                  <a:srgbClr val="000000"/>
                </a:solidFill>
                <a:effectLst/>
                <a:uFillTx/>
                <a:latin typeface="Arial"/>
              </a:rPr>
              <a:t>Sixth Outline Level</a:t>
            </a:r>
            <a:endParaRPr lang="en-IN"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IN" sz="1800" b="0" u="none" strike="noStrike">
                <a:solidFill>
                  <a:srgbClr val="000000"/>
                </a:solidFill>
                <a:effectLst/>
                <a:uFillTx/>
                <a:latin typeface="Arial"/>
              </a:rPr>
              <a:t>Seventh Outline Level</a:t>
            </a:r>
            <a:endParaRPr lang="en-IN" sz="1800" b="0" u="none" strike="noStrike">
              <a:solidFill>
                <a:srgbClr val="000000"/>
              </a:solidFill>
              <a:effectLst/>
              <a:uFillTx/>
              <a:latin typeface="Arial"/>
            </a:endParaRPr>
          </a:p>
        </p:txBody>
      </p:sp>
      <p:sp>
        <p:nvSpPr>
          <p:cNvPr id="4" name="PlaceHolder 3"/>
          <p:cNvSpPr>
            <a:spLocks noGrp="1"/>
          </p:cNvSpPr>
          <p:nvPr>
            <p:ph type="body"/>
          </p:nvPr>
        </p:nvSpPr>
        <p:spPr>
          <a:xfrm>
            <a:off x="839880" y="2057400"/>
            <a:ext cx="3931560" cy="3810960"/>
          </a:xfrm>
          <a:prstGeom prst="rect">
            <a:avLst/>
          </a:prstGeom>
          <a:noFill/>
          <a:ln w="0">
            <a:noFill/>
          </a:ln>
        </p:spPr>
        <p:txBody>
          <a:bodyPr lIns="91440" tIns="45720" rIns="91440" bIns="45720" anchor="t">
            <a:normAutofit lnSpcReduction="9999"/>
          </a:bodyPr>
          <a:lstStyle>
            <a:lvl1pPr algn="l">
              <a:lnSpc>
                <a:spcPct val="100000"/>
              </a:lnSpc>
              <a:spcBef>
                <a:spcPts val="1417"/>
              </a:spcBef>
              <a:buClr>
                <a:srgbClr val="000000"/>
              </a:buClr>
              <a:buSzPct val="45000"/>
              <a:buFont typeface="Wingdings" charset="2"/>
              <a:buChar char=""/>
              <a:defRPr lang="en-IN" sz="16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IN" sz="16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IN" sz="16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IN" sz="16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IN" sz="16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IN" sz="16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IN" sz="16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IN" sz="1600" b="0" u="none" strike="noStrike">
                <a:solidFill>
                  <a:srgbClr val="000000"/>
                </a:solidFill>
                <a:effectLst/>
                <a:uFillTx/>
                <a:latin typeface="Arial"/>
              </a:rPr>
              <a:t>Click to edit the outline text format</a:t>
            </a:r>
            <a:endParaRPr lang="en-IN" sz="16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IN" sz="1600" b="0" u="none" strike="noStrike">
                <a:solidFill>
                  <a:srgbClr val="000000"/>
                </a:solidFill>
                <a:effectLst/>
                <a:uFillTx/>
                <a:latin typeface="Arial"/>
              </a:rPr>
              <a:t>Second Outline Level</a:t>
            </a:r>
            <a:endParaRPr lang="en-IN" sz="16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IN" sz="1600" b="0" u="none" strike="noStrike">
                <a:solidFill>
                  <a:srgbClr val="000000"/>
                </a:solidFill>
                <a:effectLst/>
                <a:uFillTx/>
                <a:latin typeface="Arial"/>
              </a:rPr>
              <a:t>Third Outline Level</a:t>
            </a:r>
            <a:endParaRPr lang="en-IN" sz="16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IN" sz="1600" b="0" u="none" strike="noStrike">
                <a:solidFill>
                  <a:srgbClr val="000000"/>
                </a:solidFill>
                <a:effectLst/>
                <a:uFillTx/>
                <a:latin typeface="Arial"/>
              </a:rPr>
              <a:t>Fourth Outline Level</a:t>
            </a:r>
            <a:endParaRPr lang="en-IN" sz="16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IN" sz="1600" b="0" u="none" strike="noStrike">
                <a:solidFill>
                  <a:srgbClr val="000000"/>
                </a:solidFill>
                <a:effectLst/>
                <a:uFillTx/>
                <a:latin typeface="Arial"/>
              </a:rPr>
              <a:t>Fifth Outline Level</a:t>
            </a:r>
            <a:endParaRPr lang="en-IN" sz="1600" b="0" u="none" strike="noStrike">
              <a:solidFill>
                <a:srgbClr val="000000"/>
              </a:solidFill>
              <a:effectLst/>
              <a:uFillTx/>
              <a:latin typeface="Arial"/>
            </a:endParaRPr>
          </a:p>
          <a:p>
            <a:pPr marL="2743200" lvl="5" indent="-228600" algn="l">
              <a:lnSpc>
                <a:spcPct val="100000"/>
              </a:lnSpc>
              <a:spcBef>
                <a:spcPts val="283"/>
              </a:spcBef>
              <a:buClr>
                <a:srgbClr val="000000"/>
              </a:buClr>
              <a:buSzPct val="45000"/>
              <a:buFont typeface="Wingdings" charset="2"/>
              <a:buChar char=""/>
            </a:pPr>
            <a:r>
              <a:rPr lang="en-IN" sz="1600" b="0" u="none" strike="noStrike">
                <a:solidFill>
                  <a:srgbClr val="000000"/>
                </a:solidFill>
                <a:effectLst/>
                <a:uFillTx/>
                <a:latin typeface="Arial"/>
              </a:rPr>
              <a:t>Sixth Outline Level</a:t>
            </a:r>
            <a:endParaRPr lang="en-IN" sz="1600" b="0" u="none" strike="noStrike">
              <a:solidFill>
                <a:srgbClr val="000000"/>
              </a:solidFill>
              <a:effectLst/>
              <a:uFillTx/>
              <a:latin typeface="Arial"/>
            </a:endParaRPr>
          </a:p>
          <a:p>
            <a:pPr marL="3200400" lvl="6" indent="-228600" algn="l">
              <a:lnSpc>
                <a:spcPct val="100000"/>
              </a:lnSpc>
              <a:spcBef>
                <a:spcPts val="283"/>
              </a:spcBef>
              <a:buClr>
                <a:srgbClr val="000000"/>
              </a:buClr>
              <a:buSzPct val="45000"/>
              <a:buFont typeface="Wingdings" charset="2"/>
              <a:buChar char=""/>
            </a:pPr>
            <a:r>
              <a:rPr lang="en-IN" sz="1600" b="0" u="none" strike="noStrike">
                <a:solidFill>
                  <a:srgbClr val="000000"/>
                </a:solidFill>
                <a:effectLst/>
                <a:uFillTx/>
                <a:latin typeface="Arial"/>
              </a:rPr>
              <a:t>Seventh Outline Level</a:t>
            </a:r>
            <a:endParaRPr lang="en-IN" sz="1600" b="0" u="none" strike="noStrike">
              <a:solidFill>
                <a:srgbClr val="000000"/>
              </a:solidFill>
              <a:effectLst/>
              <a:uFillTx/>
              <a:latin typeface="Arial"/>
            </a:endParaRPr>
          </a:p>
        </p:txBody>
      </p:sp>
      <p:sp>
        <p:nvSpPr>
          <p:cNvPr id="5" name="PlaceHolder 4"/>
          <p:cNvSpPr>
            <a:spLocks noGrp="1"/>
          </p:cNvSpPr>
          <p:nvPr>
            <p:ph type="dt" idx="1"/>
          </p:nvPr>
        </p:nvSpPr>
        <p:spPr>
          <a:xfrm>
            <a:off x="838080" y="6356520"/>
            <a:ext cx="274248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IN" sz="1400" b="0" u="none" strike="noStrike">
                <a:solidFill>
                  <a:srgbClr val="000000"/>
                </a:solidFill>
                <a:effectLst/>
                <a:uFillTx/>
                <a:latin typeface="Times New Roman"/>
              </a:defRPr>
            </a:lvl1pPr>
          </a:lstStyle>
          <a:p>
            <a:pPr indent="0" algn="l">
              <a:lnSpc>
                <a:spcPct val="100000"/>
              </a:lnSpc>
              <a:buNone/>
              <a:tabLst>
                <a:tab pos="0" algn="l"/>
              </a:tabLst>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6" name="PlaceHolder 5"/>
          <p:cNvSpPr>
            <a:spLocks noGrp="1"/>
          </p:cNvSpPr>
          <p:nvPr>
            <p:ph type="ftr" idx="2"/>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7" name="PlaceHolder 6"/>
          <p:cNvSpPr>
            <a:spLocks noGrp="1"/>
          </p:cNvSpPr>
          <p:nvPr>
            <p:ph type="sldNum" idx="3"/>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5CBE6F49-0274-4C09-9A1F-BE247179E67F}"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bg>
      <p:bgPr>
        <a:solidFill>
          <a:schemeClr val="lt1"/>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rmAutofit/>
          </a:bodyPr>
          <a:lstStyle>
            <a:lvl1pPr indent="0" algn="l">
              <a:lnSpc>
                <a:spcPct val="100000"/>
              </a:lnSpc>
              <a:buNone/>
              <a:tabLst>
                <a:tab pos="0" algn="l"/>
              </a:tabLst>
              <a:defRPr lang="en-IN" sz="4400" b="0" u="none" strike="noStrike">
                <a:solidFill>
                  <a:srgbClr val="000000"/>
                </a:solidFill>
                <a:effectLst/>
                <a:uFillTx/>
                <a:latin typeface="Arial"/>
              </a:defRPr>
            </a:lvl1pPr>
          </a:lstStyle>
          <a:p>
            <a:pPr indent="0" algn="l">
              <a:lnSpc>
                <a:spcPct val="100000"/>
              </a:lnSpc>
              <a:buNone/>
              <a:tabLst>
                <a:tab pos="0" algn="l"/>
              </a:tabLst>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9" name="PlaceHolder 2"/>
          <p:cNvSpPr>
            <a:spLocks noGrp="1"/>
          </p:cNvSpPr>
          <p:nvPr>
            <p:ph type="body"/>
          </p:nvPr>
        </p:nvSpPr>
        <p:spPr>
          <a:xfrm rot="5400000">
            <a:off x="3920760" y="-1256040"/>
            <a:ext cx="4350600" cy="10514880"/>
          </a:xfrm>
          <a:prstGeom prst="rect">
            <a:avLst/>
          </a:prstGeom>
          <a:noFill/>
          <a:ln w="0">
            <a:noFill/>
          </a:ln>
        </p:spPr>
        <p:txBody>
          <a:bodyPr lIns="91440" tIns="45720" rIns="91440" bIns="45720" anchor="t">
            <a:normAutofit/>
          </a:bodyPr>
          <a:lstStyle>
            <a:lvl1pPr algn="l">
              <a:lnSpc>
                <a:spcPct val="100000"/>
              </a:lnSpc>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lnSpc>
                <a:spcPct val="100000"/>
              </a:lnSpc>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lnSpc>
                <a:spcPct val="100000"/>
              </a:lnSpc>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lnSpc>
                <a:spcPct val="100000"/>
              </a:lnSpc>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lnSpc>
                <a:spcPct val="100000"/>
              </a:lnSpc>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10" name="PlaceHolder 3"/>
          <p:cNvSpPr>
            <a:spLocks noGrp="1"/>
          </p:cNvSpPr>
          <p:nvPr>
            <p:ph type="dt" idx="4"/>
          </p:nvPr>
        </p:nvSpPr>
        <p:spPr>
          <a:xfrm>
            <a:off x="838080" y="6356520"/>
            <a:ext cx="274248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IN" sz="1400" b="0" u="none" strike="noStrike">
                <a:solidFill>
                  <a:srgbClr val="000000"/>
                </a:solidFill>
                <a:effectLst/>
                <a:uFillTx/>
                <a:latin typeface="Times New Roman"/>
              </a:defRPr>
            </a:lvl1pPr>
          </a:lstStyle>
          <a:p>
            <a:pPr indent="0" algn="l">
              <a:lnSpc>
                <a:spcPct val="100000"/>
              </a:lnSpc>
              <a:buNone/>
              <a:tabLst>
                <a:tab pos="0" algn="l"/>
              </a:tabLst>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11" name="PlaceHolder 4"/>
          <p:cNvSpPr>
            <a:spLocks noGrp="1"/>
          </p:cNvSpPr>
          <p:nvPr>
            <p:ph type="ftr" idx="5"/>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2" name="PlaceHolder 5"/>
          <p:cNvSpPr>
            <a:spLocks noGrp="1"/>
          </p:cNvSpPr>
          <p:nvPr>
            <p:ph type="sldNum" idx="6"/>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0584EA89-D082-4CEC-AFD9-BEC431F5903F}"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bg>
      <p:bgPr>
        <a:solidFill>
          <a:schemeClr val="lt1"/>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rmAutofit/>
          </a:bodyPr>
          <a:lstStyle>
            <a:lvl1pPr indent="0" algn="l">
              <a:lnSpc>
                <a:spcPct val="100000"/>
              </a:lnSpc>
              <a:buNone/>
              <a:tabLst>
                <a:tab pos="0" algn="l"/>
              </a:tabLst>
              <a:defRPr lang="en-IN" sz="4400" b="0" u="none" strike="noStrike">
                <a:solidFill>
                  <a:srgbClr val="000000"/>
                </a:solidFill>
                <a:effectLst/>
                <a:uFillTx/>
                <a:latin typeface="Arial"/>
              </a:defRPr>
            </a:lvl1pPr>
          </a:lstStyle>
          <a:p>
            <a:pPr indent="0" algn="l">
              <a:lnSpc>
                <a:spcPct val="100000"/>
              </a:lnSpc>
              <a:buNone/>
              <a:tabLst>
                <a:tab pos="0" algn="l"/>
              </a:tabLst>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14" name="PlaceHolder 2"/>
          <p:cNvSpPr>
            <a:spLocks noGrp="1"/>
          </p:cNvSpPr>
          <p:nvPr>
            <p:ph type="body"/>
          </p:nvPr>
        </p:nvSpPr>
        <p:spPr>
          <a:xfrm>
            <a:off x="838080" y="1825560"/>
            <a:ext cx="10514880" cy="4350600"/>
          </a:xfrm>
          <a:prstGeom prst="rect">
            <a:avLst/>
          </a:prstGeom>
          <a:noFill/>
          <a:ln w="0">
            <a:noFill/>
          </a:ln>
        </p:spPr>
        <p:txBody>
          <a:bodyPr lIns="91440" tIns="45720" rIns="91440" bIns="45720" anchor="t">
            <a:normAutofit/>
          </a:bodyPr>
          <a:lstStyle>
            <a:lvl1pPr algn="l">
              <a:lnSpc>
                <a:spcPct val="100000"/>
              </a:lnSpc>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lnSpc>
                <a:spcPct val="100000"/>
              </a:lnSpc>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lnSpc>
                <a:spcPct val="100000"/>
              </a:lnSpc>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lnSpc>
                <a:spcPct val="100000"/>
              </a:lnSpc>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lnSpc>
                <a:spcPct val="100000"/>
              </a:lnSpc>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15" name="PlaceHolder 3"/>
          <p:cNvSpPr>
            <a:spLocks noGrp="1"/>
          </p:cNvSpPr>
          <p:nvPr>
            <p:ph type="dt" idx="7"/>
          </p:nvPr>
        </p:nvSpPr>
        <p:spPr>
          <a:xfrm>
            <a:off x="838080" y="6356520"/>
            <a:ext cx="274248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IN" sz="1400" b="0" u="none" strike="noStrike">
                <a:solidFill>
                  <a:srgbClr val="000000"/>
                </a:solidFill>
                <a:effectLst/>
                <a:uFillTx/>
                <a:latin typeface="Times New Roman"/>
              </a:defRPr>
            </a:lvl1pPr>
          </a:lstStyle>
          <a:p>
            <a:pPr indent="0" algn="l">
              <a:lnSpc>
                <a:spcPct val="100000"/>
              </a:lnSpc>
              <a:buNone/>
              <a:tabLst>
                <a:tab pos="0" algn="l"/>
              </a:tabLst>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16" name="PlaceHolder 4"/>
          <p:cNvSpPr>
            <a:spLocks noGrp="1"/>
          </p:cNvSpPr>
          <p:nvPr>
            <p:ph type="ftr" idx="8"/>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7" name="PlaceHolder 5"/>
          <p:cNvSpPr>
            <a:spLocks noGrp="1"/>
          </p:cNvSpPr>
          <p:nvPr>
            <p:ph type="sldNum" idx="9"/>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71303B8B-D370-4F79-B02E-9E6098D0316E}"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bg>
      <p:bgPr>
        <a:solidFill>
          <a:schemeClr val="lt1"/>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rot="5400000">
            <a:off x="7133760" y="1956240"/>
            <a:ext cx="5811120" cy="2628360"/>
          </a:xfrm>
          <a:prstGeom prst="rect">
            <a:avLst/>
          </a:prstGeom>
          <a:noFill/>
          <a:ln w="0">
            <a:noFill/>
          </a:ln>
        </p:spPr>
        <p:txBody>
          <a:bodyPr lIns="91440" tIns="45720" rIns="91440" bIns="45720" anchor="ctr">
            <a:normAutofit/>
          </a:bodyPr>
          <a:lstStyle>
            <a:lvl1pPr indent="0" algn="l">
              <a:lnSpc>
                <a:spcPct val="100000"/>
              </a:lnSpc>
              <a:buNone/>
              <a:tabLst>
                <a:tab pos="0" algn="l"/>
              </a:tabLst>
              <a:defRPr lang="en-IN" sz="4400" b="0" u="none" strike="noStrike">
                <a:solidFill>
                  <a:srgbClr val="000000"/>
                </a:solidFill>
                <a:effectLst/>
                <a:uFillTx/>
                <a:latin typeface="Arial"/>
              </a:defRPr>
            </a:lvl1pPr>
          </a:lstStyle>
          <a:p>
            <a:pPr indent="0" algn="l">
              <a:lnSpc>
                <a:spcPct val="100000"/>
              </a:lnSpc>
              <a:buNone/>
              <a:tabLst>
                <a:tab pos="0" algn="l"/>
              </a:tabLst>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19" name="PlaceHolder 2"/>
          <p:cNvSpPr>
            <a:spLocks noGrp="1"/>
          </p:cNvSpPr>
          <p:nvPr>
            <p:ph type="body"/>
          </p:nvPr>
        </p:nvSpPr>
        <p:spPr>
          <a:xfrm rot="5400000">
            <a:off x="1800360" y="-596160"/>
            <a:ext cx="5811120" cy="7733520"/>
          </a:xfrm>
          <a:prstGeom prst="rect">
            <a:avLst/>
          </a:prstGeom>
          <a:noFill/>
          <a:ln w="0">
            <a:noFill/>
          </a:ln>
        </p:spPr>
        <p:txBody>
          <a:bodyPr lIns="91440" tIns="45720" rIns="91440" bIns="45720" anchor="t">
            <a:normAutofit/>
          </a:bodyPr>
          <a:lstStyle>
            <a:lvl1pPr algn="l">
              <a:lnSpc>
                <a:spcPct val="100000"/>
              </a:lnSpc>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lnSpc>
                <a:spcPct val="100000"/>
              </a:lnSpc>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lnSpc>
                <a:spcPct val="100000"/>
              </a:lnSpc>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lnSpc>
                <a:spcPct val="100000"/>
              </a:lnSpc>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lnSpc>
                <a:spcPct val="100000"/>
              </a:lnSpc>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20" name="PlaceHolder 3"/>
          <p:cNvSpPr>
            <a:spLocks noGrp="1"/>
          </p:cNvSpPr>
          <p:nvPr>
            <p:ph type="dt" idx="10"/>
          </p:nvPr>
        </p:nvSpPr>
        <p:spPr>
          <a:xfrm>
            <a:off x="838080" y="6356520"/>
            <a:ext cx="274248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IN" sz="1400" b="0" u="none" strike="noStrike">
                <a:solidFill>
                  <a:srgbClr val="000000"/>
                </a:solidFill>
                <a:effectLst/>
                <a:uFillTx/>
                <a:latin typeface="Times New Roman"/>
              </a:defRPr>
            </a:lvl1pPr>
          </a:lstStyle>
          <a:p>
            <a:pPr indent="0" algn="l">
              <a:lnSpc>
                <a:spcPct val="100000"/>
              </a:lnSpc>
              <a:buNone/>
              <a:tabLst>
                <a:tab pos="0" algn="l"/>
              </a:tabLst>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21" name="PlaceHolder 4"/>
          <p:cNvSpPr>
            <a:spLocks noGrp="1"/>
          </p:cNvSpPr>
          <p:nvPr>
            <p:ph type="ftr" idx="11"/>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2" name="PlaceHolder 5"/>
          <p:cNvSpPr>
            <a:spLocks noGrp="1"/>
          </p:cNvSpPr>
          <p:nvPr>
            <p:ph type="sldNum" idx="12"/>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B5AA0BF6-D04B-4E81-A348-F96D08B30207}"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1960" y="1709640"/>
            <a:ext cx="10514880" cy="285192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IN" sz="6000" b="0" u="none" strike="noStrike">
                <a:solidFill>
                  <a:srgbClr val="000000"/>
                </a:solidFill>
                <a:effectLst/>
                <a:uFillTx/>
                <a:latin typeface="Arial"/>
              </a:defRPr>
            </a:lvl1pPr>
          </a:lstStyle>
          <a:p>
            <a:pPr indent="0" algn="l">
              <a:lnSpc>
                <a:spcPct val="100000"/>
              </a:lnSpc>
              <a:buNone/>
              <a:tabLst>
                <a:tab pos="0" algn="l"/>
              </a:tabLst>
            </a:pPr>
            <a:r>
              <a:rPr lang="en-IN" sz="6000" b="0" u="none" strike="noStrike">
                <a:solidFill>
                  <a:srgbClr val="000000"/>
                </a:solidFill>
                <a:effectLst/>
                <a:uFillTx/>
                <a:latin typeface="Arial"/>
              </a:rPr>
              <a:t>Click to edit the title text format</a:t>
            </a:r>
            <a:endParaRPr lang="en-IN" sz="6000" b="0" u="none" strike="noStrike">
              <a:solidFill>
                <a:srgbClr val="000000"/>
              </a:solidFill>
              <a:effectLst/>
              <a:uFillTx/>
              <a:latin typeface="Arial"/>
            </a:endParaRPr>
          </a:p>
        </p:txBody>
      </p:sp>
      <p:sp>
        <p:nvSpPr>
          <p:cNvPr id="24" name="PlaceHolder 2"/>
          <p:cNvSpPr>
            <a:spLocks noGrp="1"/>
          </p:cNvSpPr>
          <p:nvPr>
            <p:ph type="body"/>
          </p:nvPr>
        </p:nvSpPr>
        <p:spPr>
          <a:xfrm>
            <a:off x="831960" y="4589640"/>
            <a:ext cx="10514880" cy="1499400"/>
          </a:xfrm>
          <a:prstGeom prst="rect">
            <a:avLst/>
          </a:prstGeom>
          <a:noFill/>
          <a:ln w="0">
            <a:noFill/>
          </a:ln>
        </p:spPr>
        <p:txBody>
          <a:bodyPr lIns="91440" tIns="45720" rIns="91440" bIns="45720" anchor="t">
            <a:normAutofit fontScale="47500" lnSpcReduction="19999"/>
          </a:bodyPr>
          <a:lstStyle>
            <a:lvl1pPr algn="l">
              <a:lnSpc>
                <a:spcPct val="100000"/>
              </a:lnSpc>
              <a:spcBef>
                <a:spcPts val="1417"/>
              </a:spcBef>
              <a:buClr>
                <a:srgbClr val="000000"/>
              </a:buClr>
              <a:buSzPct val="45000"/>
              <a:buFont typeface="Wingdings" charset="2"/>
              <a:buChar char=""/>
              <a:defRPr lang="en-IN" sz="2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IN" sz="2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IN"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IN" sz="2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IN" sz="2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IN" sz="2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IN" sz="24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IN" sz="2400" b="0" u="none" strike="noStrike">
                <a:solidFill>
                  <a:srgbClr val="000000"/>
                </a:solidFill>
                <a:effectLst/>
                <a:uFillTx/>
                <a:latin typeface="Arial"/>
              </a:rPr>
              <a:t>Click to edit the outline text format</a:t>
            </a:r>
            <a:endParaRPr lang="en-IN" sz="24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IN" sz="2400" b="0" u="none" strike="noStrike">
                <a:solidFill>
                  <a:srgbClr val="000000"/>
                </a:solidFill>
                <a:effectLst/>
                <a:uFillTx/>
                <a:latin typeface="Arial"/>
              </a:rPr>
              <a:t>Second Outline Level</a:t>
            </a:r>
            <a:endParaRPr lang="en-IN" sz="24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IN" sz="2400" b="0" u="none" strike="noStrike">
                <a:solidFill>
                  <a:srgbClr val="000000"/>
                </a:solidFill>
                <a:effectLst/>
                <a:uFillTx/>
                <a:latin typeface="Arial"/>
              </a:rPr>
              <a:t>Third Outline Level</a:t>
            </a:r>
            <a:endParaRPr lang="en-IN" sz="24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IN" sz="2400" b="0" u="none" strike="noStrike">
                <a:solidFill>
                  <a:srgbClr val="000000"/>
                </a:solidFill>
                <a:effectLst/>
                <a:uFillTx/>
                <a:latin typeface="Arial"/>
              </a:rPr>
              <a:t>Fourth Outline Level</a:t>
            </a:r>
            <a:endParaRPr lang="en-IN" sz="24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IN" sz="2400" b="0" u="none" strike="noStrike">
                <a:solidFill>
                  <a:srgbClr val="000000"/>
                </a:solidFill>
                <a:effectLst/>
                <a:uFillTx/>
                <a:latin typeface="Arial"/>
              </a:rPr>
              <a:t>Fifth Outline Level</a:t>
            </a:r>
            <a:endParaRPr lang="en-IN" sz="2400" b="0" u="none" strike="noStrike">
              <a:solidFill>
                <a:srgbClr val="000000"/>
              </a:solidFill>
              <a:effectLst/>
              <a:uFillTx/>
              <a:latin typeface="Arial"/>
            </a:endParaRPr>
          </a:p>
          <a:p>
            <a:pPr marL="2743200" lvl="5" indent="-228600" algn="l">
              <a:lnSpc>
                <a:spcPct val="100000"/>
              </a:lnSpc>
              <a:spcBef>
                <a:spcPts val="283"/>
              </a:spcBef>
              <a:buClr>
                <a:srgbClr val="000000"/>
              </a:buClr>
              <a:buSzPct val="45000"/>
              <a:buFont typeface="Wingdings" charset="2"/>
              <a:buChar char=""/>
            </a:pPr>
            <a:r>
              <a:rPr lang="en-IN" sz="2400" b="0" u="none" strike="noStrike">
                <a:solidFill>
                  <a:srgbClr val="000000"/>
                </a:solidFill>
                <a:effectLst/>
                <a:uFillTx/>
                <a:latin typeface="Arial"/>
              </a:rPr>
              <a:t>Sixth Outline Level</a:t>
            </a:r>
            <a:endParaRPr lang="en-IN" sz="2400" b="0" u="none" strike="noStrike">
              <a:solidFill>
                <a:srgbClr val="000000"/>
              </a:solidFill>
              <a:effectLst/>
              <a:uFillTx/>
              <a:latin typeface="Arial"/>
            </a:endParaRPr>
          </a:p>
          <a:p>
            <a:pPr marL="3200400" lvl="6" indent="-228600" algn="l">
              <a:lnSpc>
                <a:spcPct val="100000"/>
              </a:lnSpc>
              <a:spcBef>
                <a:spcPts val="283"/>
              </a:spcBef>
              <a:buClr>
                <a:srgbClr val="000000"/>
              </a:buClr>
              <a:buSzPct val="45000"/>
              <a:buFont typeface="Wingdings" charset="2"/>
              <a:buChar char=""/>
            </a:pPr>
            <a:r>
              <a:rPr lang="en-IN" sz="2400" b="0" u="none" strike="noStrike">
                <a:solidFill>
                  <a:srgbClr val="000000"/>
                </a:solidFill>
                <a:effectLst/>
                <a:uFillTx/>
                <a:latin typeface="Arial"/>
              </a:rPr>
              <a:t>Seventh Outline Level</a:t>
            </a:r>
            <a:endParaRPr lang="en-IN" sz="2400" b="0" u="none" strike="noStrike">
              <a:solidFill>
                <a:srgbClr val="000000"/>
              </a:solidFill>
              <a:effectLst/>
              <a:uFillTx/>
              <a:latin typeface="Arial"/>
            </a:endParaRPr>
          </a:p>
        </p:txBody>
      </p:sp>
      <p:sp>
        <p:nvSpPr>
          <p:cNvPr id="25" name="PlaceHolder 3"/>
          <p:cNvSpPr>
            <a:spLocks noGrp="1"/>
          </p:cNvSpPr>
          <p:nvPr>
            <p:ph type="dt" idx="13"/>
          </p:nvPr>
        </p:nvSpPr>
        <p:spPr>
          <a:xfrm>
            <a:off x="838080" y="6356520"/>
            <a:ext cx="274248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IN" sz="1400" b="0" u="none" strike="noStrike">
                <a:solidFill>
                  <a:srgbClr val="000000"/>
                </a:solidFill>
                <a:effectLst/>
                <a:uFillTx/>
                <a:latin typeface="Times New Roman"/>
              </a:defRPr>
            </a:lvl1pPr>
          </a:lstStyle>
          <a:p>
            <a:pPr indent="0" algn="l">
              <a:lnSpc>
                <a:spcPct val="100000"/>
              </a:lnSpc>
              <a:buNone/>
              <a:tabLst>
                <a:tab pos="0" algn="l"/>
              </a:tabLst>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26" name="PlaceHolder 4"/>
          <p:cNvSpPr>
            <a:spLocks noGrp="1"/>
          </p:cNvSpPr>
          <p:nvPr>
            <p:ph type="ftr" idx="14"/>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7" name="PlaceHolder 5"/>
          <p:cNvSpPr>
            <a:spLocks noGrp="1"/>
          </p:cNvSpPr>
          <p:nvPr>
            <p:ph type="sldNum" idx="15"/>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346235C8-3CD1-4FE6-BFFF-95BA103883C0}"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bg>
      <p:bgPr>
        <a:solidFill>
          <a:schemeClr val="lt1"/>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rmAutofit/>
          </a:bodyPr>
          <a:lstStyle>
            <a:lvl1pPr indent="0" algn="l">
              <a:lnSpc>
                <a:spcPct val="100000"/>
              </a:lnSpc>
              <a:buNone/>
              <a:tabLst>
                <a:tab pos="0" algn="l"/>
              </a:tabLst>
              <a:defRPr lang="en-IN" sz="4400" b="0" u="none" strike="noStrike">
                <a:solidFill>
                  <a:srgbClr val="000000"/>
                </a:solidFill>
                <a:effectLst/>
                <a:uFillTx/>
                <a:latin typeface="Arial"/>
              </a:defRPr>
            </a:lvl1pPr>
          </a:lstStyle>
          <a:p>
            <a:pPr indent="0" algn="l">
              <a:lnSpc>
                <a:spcPct val="100000"/>
              </a:lnSpc>
              <a:buNone/>
              <a:tabLst>
                <a:tab pos="0" algn="l"/>
              </a:tabLst>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29" name="PlaceHolder 2"/>
          <p:cNvSpPr>
            <a:spLocks noGrp="1"/>
          </p:cNvSpPr>
          <p:nvPr>
            <p:ph type="body"/>
          </p:nvPr>
        </p:nvSpPr>
        <p:spPr>
          <a:xfrm>
            <a:off x="838080" y="1825560"/>
            <a:ext cx="5180760" cy="4350600"/>
          </a:xfrm>
          <a:prstGeom prst="rect">
            <a:avLst/>
          </a:prstGeom>
          <a:noFill/>
          <a:ln w="0">
            <a:noFill/>
          </a:ln>
        </p:spPr>
        <p:txBody>
          <a:bodyPr lIns="91440" tIns="45720" rIns="91440" bIns="45720" anchor="t">
            <a:normAutofit fontScale="85000" lnSpcReduction="9999"/>
          </a:bodyPr>
          <a:lstStyle>
            <a:lvl1pPr algn="l">
              <a:lnSpc>
                <a:spcPct val="100000"/>
              </a:lnSpc>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lnSpc>
                <a:spcPct val="100000"/>
              </a:lnSpc>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lnSpc>
                <a:spcPct val="100000"/>
              </a:lnSpc>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lnSpc>
                <a:spcPct val="100000"/>
              </a:lnSpc>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lnSpc>
                <a:spcPct val="100000"/>
              </a:lnSpc>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30" name="PlaceHolder 3"/>
          <p:cNvSpPr>
            <a:spLocks noGrp="1"/>
          </p:cNvSpPr>
          <p:nvPr>
            <p:ph type="body"/>
          </p:nvPr>
        </p:nvSpPr>
        <p:spPr>
          <a:xfrm>
            <a:off x="6172200" y="1825560"/>
            <a:ext cx="5180760" cy="4350600"/>
          </a:xfrm>
          <a:prstGeom prst="rect">
            <a:avLst/>
          </a:prstGeom>
          <a:noFill/>
          <a:ln w="0">
            <a:noFill/>
          </a:ln>
        </p:spPr>
        <p:txBody>
          <a:bodyPr lIns="91440" tIns="45720" rIns="91440" bIns="45720" anchor="t">
            <a:normAutofit fontScale="85000" lnSpcReduction="9999"/>
          </a:bodyPr>
          <a:lstStyle>
            <a:lvl1pPr algn="l">
              <a:lnSpc>
                <a:spcPct val="100000"/>
              </a:lnSpc>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lnSpc>
                <a:spcPct val="100000"/>
              </a:lnSpc>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lnSpc>
                <a:spcPct val="100000"/>
              </a:lnSpc>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lnSpc>
                <a:spcPct val="100000"/>
              </a:lnSpc>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lnSpc>
                <a:spcPct val="100000"/>
              </a:lnSpc>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31" name="PlaceHolder 4"/>
          <p:cNvSpPr>
            <a:spLocks noGrp="1"/>
          </p:cNvSpPr>
          <p:nvPr>
            <p:ph type="dt" idx="16"/>
          </p:nvPr>
        </p:nvSpPr>
        <p:spPr>
          <a:xfrm>
            <a:off x="838080" y="6356520"/>
            <a:ext cx="274248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IN" sz="1400" b="0" u="none" strike="noStrike">
                <a:solidFill>
                  <a:srgbClr val="000000"/>
                </a:solidFill>
                <a:effectLst/>
                <a:uFillTx/>
                <a:latin typeface="Times New Roman"/>
              </a:defRPr>
            </a:lvl1pPr>
          </a:lstStyle>
          <a:p>
            <a:pPr indent="0" algn="l">
              <a:lnSpc>
                <a:spcPct val="100000"/>
              </a:lnSpc>
              <a:buNone/>
              <a:tabLst>
                <a:tab pos="0" algn="l"/>
              </a:tabLst>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32" name="PlaceHolder 5"/>
          <p:cNvSpPr>
            <a:spLocks noGrp="1"/>
          </p:cNvSpPr>
          <p:nvPr>
            <p:ph type="ftr" idx="17"/>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3" name="PlaceHolder 6"/>
          <p:cNvSpPr>
            <a:spLocks noGrp="1"/>
          </p:cNvSpPr>
          <p:nvPr>
            <p:ph type="sldNum" idx="18"/>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656F15DD-C588-4812-8A22-0EE08CD5C0BA}"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bg>
      <p:bgPr>
        <a:solidFill>
          <a:schemeClr val="lt1"/>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839880" y="365040"/>
            <a:ext cx="10514880" cy="1324800"/>
          </a:xfrm>
          <a:prstGeom prst="rect">
            <a:avLst/>
          </a:prstGeom>
          <a:noFill/>
          <a:ln w="0">
            <a:noFill/>
          </a:ln>
        </p:spPr>
        <p:txBody>
          <a:bodyPr lIns="91440" tIns="45720" rIns="91440" bIns="45720" anchor="ctr">
            <a:normAutofit/>
          </a:bodyPr>
          <a:lstStyle>
            <a:lvl1pPr indent="0" algn="l">
              <a:lnSpc>
                <a:spcPct val="100000"/>
              </a:lnSpc>
              <a:buNone/>
              <a:tabLst>
                <a:tab pos="0" algn="l"/>
              </a:tabLst>
              <a:defRPr lang="en-IN" sz="4400" b="0" u="none" strike="noStrike">
                <a:solidFill>
                  <a:srgbClr val="000000"/>
                </a:solidFill>
                <a:effectLst/>
                <a:uFillTx/>
                <a:latin typeface="Arial"/>
              </a:defRPr>
            </a:lvl1pPr>
          </a:lstStyle>
          <a:p>
            <a:pPr indent="0" algn="l">
              <a:lnSpc>
                <a:spcPct val="100000"/>
              </a:lnSpc>
              <a:buNone/>
              <a:tabLst>
                <a:tab pos="0" algn="l"/>
              </a:tabLst>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35" name="PlaceHolder 2"/>
          <p:cNvSpPr>
            <a:spLocks noGrp="1"/>
          </p:cNvSpPr>
          <p:nvPr>
            <p:ph type="body"/>
          </p:nvPr>
        </p:nvSpPr>
        <p:spPr>
          <a:xfrm>
            <a:off x="839880" y="1681200"/>
            <a:ext cx="5157000" cy="823320"/>
          </a:xfrm>
          <a:prstGeom prst="rect">
            <a:avLst/>
          </a:prstGeom>
          <a:noFill/>
          <a:ln w="0">
            <a:noFill/>
          </a:ln>
        </p:spPr>
        <p:txBody>
          <a:bodyPr lIns="91440" tIns="45720" rIns="91440" bIns="45720" anchor="b">
            <a:normAutofit fontScale="25000" lnSpcReduction="19999"/>
          </a:bodyPr>
          <a:lstStyle>
            <a:lvl1pPr algn="l">
              <a:lnSpc>
                <a:spcPct val="100000"/>
              </a:lnSpc>
              <a:spcBef>
                <a:spcPts val="1417"/>
              </a:spcBef>
              <a:buClr>
                <a:srgbClr val="000000"/>
              </a:buClr>
              <a:buSzPct val="45000"/>
              <a:buFont typeface="Wingdings" charset="2"/>
              <a:buChar char=""/>
              <a:defRPr lang="en-IN" sz="2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IN" sz="2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IN"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IN" sz="2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IN" sz="2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IN" sz="2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IN" sz="24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IN" sz="2400" b="0" u="none" strike="noStrike">
                <a:solidFill>
                  <a:srgbClr val="000000"/>
                </a:solidFill>
                <a:effectLst/>
                <a:uFillTx/>
                <a:latin typeface="Arial"/>
              </a:rPr>
              <a:t>Click to edit the outline text format</a:t>
            </a:r>
            <a:endParaRPr lang="en-IN" sz="24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IN" sz="2400" b="0" u="none" strike="noStrike">
                <a:solidFill>
                  <a:srgbClr val="000000"/>
                </a:solidFill>
                <a:effectLst/>
                <a:uFillTx/>
                <a:latin typeface="Arial"/>
              </a:rPr>
              <a:t>Second Outline Level</a:t>
            </a:r>
            <a:endParaRPr lang="en-IN" sz="24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IN" sz="2400" b="0" u="none" strike="noStrike">
                <a:solidFill>
                  <a:srgbClr val="000000"/>
                </a:solidFill>
                <a:effectLst/>
                <a:uFillTx/>
                <a:latin typeface="Arial"/>
              </a:rPr>
              <a:t>Third Outline Level</a:t>
            </a:r>
            <a:endParaRPr lang="en-IN" sz="24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IN" sz="2400" b="0" u="none" strike="noStrike">
                <a:solidFill>
                  <a:srgbClr val="000000"/>
                </a:solidFill>
                <a:effectLst/>
                <a:uFillTx/>
                <a:latin typeface="Arial"/>
              </a:rPr>
              <a:t>Fourth Outline Level</a:t>
            </a:r>
            <a:endParaRPr lang="en-IN" sz="24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IN" sz="2400" b="0" u="none" strike="noStrike">
                <a:solidFill>
                  <a:srgbClr val="000000"/>
                </a:solidFill>
                <a:effectLst/>
                <a:uFillTx/>
                <a:latin typeface="Arial"/>
              </a:rPr>
              <a:t>Fifth Outline Level</a:t>
            </a:r>
            <a:endParaRPr lang="en-IN" sz="2400" b="0" u="none" strike="noStrike">
              <a:solidFill>
                <a:srgbClr val="000000"/>
              </a:solidFill>
              <a:effectLst/>
              <a:uFillTx/>
              <a:latin typeface="Arial"/>
            </a:endParaRPr>
          </a:p>
          <a:p>
            <a:pPr marL="2743200" lvl="5" indent="-228600" algn="l">
              <a:lnSpc>
                <a:spcPct val="100000"/>
              </a:lnSpc>
              <a:spcBef>
                <a:spcPts val="283"/>
              </a:spcBef>
              <a:buClr>
                <a:srgbClr val="000000"/>
              </a:buClr>
              <a:buSzPct val="45000"/>
              <a:buFont typeface="Wingdings" charset="2"/>
              <a:buChar char=""/>
            </a:pPr>
            <a:r>
              <a:rPr lang="en-IN" sz="2400" b="0" u="none" strike="noStrike">
                <a:solidFill>
                  <a:srgbClr val="000000"/>
                </a:solidFill>
                <a:effectLst/>
                <a:uFillTx/>
                <a:latin typeface="Arial"/>
              </a:rPr>
              <a:t>Sixth Outline Level</a:t>
            </a:r>
            <a:endParaRPr lang="en-IN" sz="2400" b="0" u="none" strike="noStrike">
              <a:solidFill>
                <a:srgbClr val="000000"/>
              </a:solidFill>
              <a:effectLst/>
              <a:uFillTx/>
              <a:latin typeface="Arial"/>
            </a:endParaRPr>
          </a:p>
          <a:p>
            <a:pPr marL="3200400" lvl="6" indent="-228600" algn="l">
              <a:lnSpc>
                <a:spcPct val="100000"/>
              </a:lnSpc>
              <a:spcBef>
                <a:spcPts val="283"/>
              </a:spcBef>
              <a:buClr>
                <a:srgbClr val="000000"/>
              </a:buClr>
              <a:buSzPct val="45000"/>
              <a:buFont typeface="Wingdings" charset="2"/>
              <a:buChar char=""/>
            </a:pPr>
            <a:r>
              <a:rPr lang="en-IN" sz="2400" b="0" u="none" strike="noStrike">
                <a:solidFill>
                  <a:srgbClr val="000000"/>
                </a:solidFill>
                <a:effectLst/>
                <a:uFillTx/>
                <a:latin typeface="Arial"/>
              </a:rPr>
              <a:t>Seventh Outline Level</a:t>
            </a:r>
            <a:endParaRPr lang="en-IN" sz="2400" b="0" u="none" strike="noStrike">
              <a:solidFill>
                <a:srgbClr val="000000"/>
              </a:solidFill>
              <a:effectLst/>
              <a:uFillTx/>
              <a:latin typeface="Arial"/>
            </a:endParaRPr>
          </a:p>
        </p:txBody>
      </p:sp>
      <p:sp>
        <p:nvSpPr>
          <p:cNvPr id="36" name="PlaceHolder 3"/>
          <p:cNvSpPr>
            <a:spLocks noGrp="1"/>
          </p:cNvSpPr>
          <p:nvPr>
            <p:ph type="body"/>
          </p:nvPr>
        </p:nvSpPr>
        <p:spPr>
          <a:xfrm>
            <a:off x="839880" y="2505240"/>
            <a:ext cx="5157000" cy="3683880"/>
          </a:xfrm>
          <a:prstGeom prst="rect">
            <a:avLst/>
          </a:prstGeom>
          <a:noFill/>
          <a:ln w="0">
            <a:noFill/>
          </a:ln>
        </p:spPr>
        <p:txBody>
          <a:bodyPr lIns="91440" tIns="45720" rIns="91440" bIns="45720" anchor="t">
            <a:normAutofit fontScale="85000" lnSpcReduction="19999"/>
          </a:bodyPr>
          <a:lstStyle>
            <a:lvl1pPr algn="l">
              <a:lnSpc>
                <a:spcPct val="100000"/>
              </a:lnSpc>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lnSpc>
                <a:spcPct val="100000"/>
              </a:lnSpc>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lnSpc>
                <a:spcPct val="100000"/>
              </a:lnSpc>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lnSpc>
                <a:spcPct val="100000"/>
              </a:lnSpc>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lnSpc>
                <a:spcPct val="100000"/>
              </a:lnSpc>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37" name="PlaceHolder 4"/>
          <p:cNvSpPr>
            <a:spLocks noGrp="1"/>
          </p:cNvSpPr>
          <p:nvPr>
            <p:ph type="body"/>
          </p:nvPr>
        </p:nvSpPr>
        <p:spPr>
          <a:xfrm>
            <a:off x="6172200" y="1681200"/>
            <a:ext cx="5182560" cy="823320"/>
          </a:xfrm>
          <a:prstGeom prst="rect">
            <a:avLst/>
          </a:prstGeom>
          <a:noFill/>
          <a:ln w="0">
            <a:noFill/>
          </a:ln>
        </p:spPr>
        <p:txBody>
          <a:bodyPr lIns="91440" tIns="45720" rIns="91440" bIns="45720" anchor="b">
            <a:normAutofit fontScale="25000" lnSpcReduction="19999"/>
          </a:bodyPr>
          <a:lstStyle>
            <a:lvl1pPr algn="l">
              <a:lnSpc>
                <a:spcPct val="100000"/>
              </a:lnSpc>
              <a:spcBef>
                <a:spcPts val="1417"/>
              </a:spcBef>
              <a:buClr>
                <a:srgbClr val="000000"/>
              </a:buClr>
              <a:buSzPct val="45000"/>
              <a:buFont typeface="Wingdings" charset="2"/>
              <a:buChar char=""/>
              <a:defRPr lang="en-IN" sz="2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IN" sz="2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IN"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IN" sz="2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IN" sz="2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IN" sz="2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IN" sz="24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IN" sz="2400" b="0" u="none" strike="noStrike">
                <a:solidFill>
                  <a:srgbClr val="000000"/>
                </a:solidFill>
                <a:effectLst/>
                <a:uFillTx/>
                <a:latin typeface="Arial"/>
              </a:rPr>
              <a:t>Click to edit the outline text format</a:t>
            </a:r>
            <a:endParaRPr lang="en-IN" sz="24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IN" sz="2400" b="0" u="none" strike="noStrike">
                <a:solidFill>
                  <a:srgbClr val="000000"/>
                </a:solidFill>
                <a:effectLst/>
                <a:uFillTx/>
                <a:latin typeface="Arial"/>
              </a:rPr>
              <a:t>Second Outline Level</a:t>
            </a:r>
            <a:endParaRPr lang="en-IN" sz="24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IN" sz="2400" b="0" u="none" strike="noStrike">
                <a:solidFill>
                  <a:srgbClr val="000000"/>
                </a:solidFill>
                <a:effectLst/>
                <a:uFillTx/>
                <a:latin typeface="Arial"/>
              </a:rPr>
              <a:t>Third Outline Level</a:t>
            </a:r>
            <a:endParaRPr lang="en-IN" sz="24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IN" sz="2400" b="0" u="none" strike="noStrike">
                <a:solidFill>
                  <a:srgbClr val="000000"/>
                </a:solidFill>
                <a:effectLst/>
                <a:uFillTx/>
                <a:latin typeface="Arial"/>
              </a:rPr>
              <a:t>Fourth Outline Level</a:t>
            </a:r>
            <a:endParaRPr lang="en-IN" sz="24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IN" sz="2400" b="0" u="none" strike="noStrike">
                <a:solidFill>
                  <a:srgbClr val="000000"/>
                </a:solidFill>
                <a:effectLst/>
                <a:uFillTx/>
                <a:latin typeface="Arial"/>
              </a:rPr>
              <a:t>Fifth Outline Level</a:t>
            </a:r>
            <a:endParaRPr lang="en-IN" sz="2400" b="0" u="none" strike="noStrike">
              <a:solidFill>
                <a:srgbClr val="000000"/>
              </a:solidFill>
              <a:effectLst/>
              <a:uFillTx/>
              <a:latin typeface="Arial"/>
            </a:endParaRPr>
          </a:p>
          <a:p>
            <a:pPr marL="2743200" lvl="5" indent="-228600" algn="l">
              <a:lnSpc>
                <a:spcPct val="100000"/>
              </a:lnSpc>
              <a:spcBef>
                <a:spcPts val="283"/>
              </a:spcBef>
              <a:buClr>
                <a:srgbClr val="000000"/>
              </a:buClr>
              <a:buSzPct val="45000"/>
              <a:buFont typeface="Wingdings" charset="2"/>
              <a:buChar char=""/>
            </a:pPr>
            <a:r>
              <a:rPr lang="en-IN" sz="2400" b="0" u="none" strike="noStrike">
                <a:solidFill>
                  <a:srgbClr val="000000"/>
                </a:solidFill>
                <a:effectLst/>
                <a:uFillTx/>
                <a:latin typeface="Arial"/>
              </a:rPr>
              <a:t>Sixth Outline Level</a:t>
            </a:r>
            <a:endParaRPr lang="en-IN" sz="2400" b="0" u="none" strike="noStrike">
              <a:solidFill>
                <a:srgbClr val="000000"/>
              </a:solidFill>
              <a:effectLst/>
              <a:uFillTx/>
              <a:latin typeface="Arial"/>
            </a:endParaRPr>
          </a:p>
          <a:p>
            <a:pPr marL="3200400" lvl="6" indent="-228600" algn="l">
              <a:lnSpc>
                <a:spcPct val="100000"/>
              </a:lnSpc>
              <a:spcBef>
                <a:spcPts val="283"/>
              </a:spcBef>
              <a:buClr>
                <a:srgbClr val="000000"/>
              </a:buClr>
              <a:buSzPct val="45000"/>
              <a:buFont typeface="Wingdings" charset="2"/>
              <a:buChar char=""/>
            </a:pPr>
            <a:r>
              <a:rPr lang="en-IN" sz="2400" b="0" u="none" strike="noStrike">
                <a:solidFill>
                  <a:srgbClr val="000000"/>
                </a:solidFill>
                <a:effectLst/>
                <a:uFillTx/>
                <a:latin typeface="Arial"/>
              </a:rPr>
              <a:t>Seventh Outline Level</a:t>
            </a:r>
            <a:endParaRPr lang="en-IN" sz="2400" b="0" u="none" strike="noStrike">
              <a:solidFill>
                <a:srgbClr val="000000"/>
              </a:solidFill>
              <a:effectLst/>
              <a:uFillTx/>
              <a:latin typeface="Arial"/>
            </a:endParaRPr>
          </a:p>
        </p:txBody>
      </p:sp>
      <p:sp>
        <p:nvSpPr>
          <p:cNvPr id="38" name="PlaceHolder 5"/>
          <p:cNvSpPr>
            <a:spLocks noGrp="1"/>
          </p:cNvSpPr>
          <p:nvPr>
            <p:ph type="body"/>
          </p:nvPr>
        </p:nvSpPr>
        <p:spPr>
          <a:xfrm>
            <a:off x="6172200" y="2505240"/>
            <a:ext cx="5182560" cy="3683880"/>
          </a:xfrm>
          <a:prstGeom prst="rect">
            <a:avLst/>
          </a:prstGeom>
          <a:noFill/>
          <a:ln w="0">
            <a:noFill/>
          </a:ln>
        </p:spPr>
        <p:txBody>
          <a:bodyPr lIns="91440" tIns="45720" rIns="91440" bIns="45720" anchor="t">
            <a:normAutofit fontScale="85000" lnSpcReduction="19999"/>
          </a:bodyPr>
          <a:lstStyle>
            <a:lvl1pPr algn="l">
              <a:lnSpc>
                <a:spcPct val="100000"/>
              </a:lnSpc>
              <a:spcBef>
                <a:spcPts val="1417"/>
              </a:spcBef>
              <a:buClr>
                <a:srgbClr val="000000"/>
              </a:buClr>
              <a:buSzPct val="45000"/>
              <a:buFont typeface="Wingdings" charset="2"/>
              <a:buChar char=""/>
              <a:defRPr lang="en-IN"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IN"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IN"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IN"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IN"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IN" sz="2800" b="0" u="none" strike="noStrike">
                <a:solidFill>
                  <a:srgbClr val="000000"/>
                </a:solidFill>
                <a:effectLst/>
                <a:uFillTx/>
                <a:latin typeface="Arial"/>
              </a:defRPr>
            </a:lvl7pPr>
          </a:lstStyle>
          <a:p>
            <a:pPr marL="457200" indent="-343080" algn="l">
              <a:lnSpc>
                <a:spcPct val="100000"/>
              </a:lnSpc>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914400" lvl="1" indent="-343080" algn="l">
              <a:lnSpc>
                <a:spcPct val="100000"/>
              </a:lnSpc>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371600" lvl="2" indent="-343080" algn="l">
              <a:lnSpc>
                <a:spcPct val="100000"/>
              </a:lnSpc>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828800" lvl="3" indent="-343080" algn="l">
              <a:lnSpc>
                <a:spcPct val="100000"/>
              </a:lnSpc>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286000" lvl="4" indent="-343080" algn="l">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743200" lvl="5" indent="-343080" algn="l">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200400" lvl="6" indent="-343080" algn="l">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39" name="PlaceHolder 6"/>
          <p:cNvSpPr>
            <a:spLocks noGrp="1"/>
          </p:cNvSpPr>
          <p:nvPr>
            <p:ph type="dt" idx="19"/>
          </p:nvPr>
        </p:nvSpPr>
        <p:spPr>
          <a:xfrm>
            <a:off x="838080" y="6356520"/>
            <a:ext cx="274248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IN" sz="1400" b="0" u="none" strike="noStrike">
                <a:solidFill>
                  <a:srgbClr val="000000"/>
                </a:solidFill>
                <a:effectLst/>
                <a:uFillTx/>
                <a:latin typeface="Times New Roman"/>
              </a:defRPr>
            </a:lvl1pPr>
          </a:lstStyle>
          <a:p>
            <a:pPr indent="0" algn="l">
              <a:lnSpc>
                <a:spcPct val="100000"/>
              </a:lnSpc>
              <a:buNone/>
              <a:tabLst>
                <a:tab pos="0" algn="l"/>
              </a:tabLst>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40" name="PlaceHolder 7"/>
          <p:cNvSpPr>
            <a:spLocks noGrp="1"/>
          </p:cNvSpPr>
          <p:nvPr>
            <p:ph type="ftr" idx="20"/>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1" name="PlaceHolder 8"/>
          <p:cNvSpPr>
            <a:spLocks noGrp="1"/>
          </p:cNvSpPr>
          <p:nvPr>
            <p:ph type="sldNum" idx="21"/>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CCDDDB78-1DB4-4EFF-A9BB-F3DF188FA6A8}"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rmAutofit/>
          </a:bodyPr>
          <a:lstStyle>
            <a:lvl1pPr indent="0" algn="l">
              <a:lnSpc>
                <a:spcPct val="100000"/>
              </a:lnSpc>
              <a:buNone/>
              <a:tabLst>
                <a:tab pos="0" algn="l"/>
              </a:tabLst>
              <a:defRPr lang="en-IN" sz="4400" b="0" u="none" strike="noStrike">
                <a:solidFill>
                  <a:srgbClr val="000000"/>
                </a:solidFill>
                <a:effectLst/>
                <a:uFillTx/>
                <a:latin typeface="Arial"/>
              </a:defRPr>
            </a:lvl1pPr>
          </a:lstStyle>
          <a:p>
            <a:pPr indent="0" algn="l">
              <a:lnSpc>
                <a:spcPct val="100000"/>
              </a:lnSpc>
              <a:buNone/>
              <a:tabLst>
                <a:tab pos="0" algn="l"/>
              </a:tabLst>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43" name="PlaceHolder 2"/>
          <p:cNvSpPr>
            <a:spLocks noGrp="1"/>
          </p:cNvSpPr>
          <p:nvPr>
            <p:ph type="dt" idx="22"/>
          </p:nvPr>
        </p:nvSpPr>
        <p:spPr>
          <a:xfrm>
            <a:off x="838080" y="6356520"/>
            <a:ext cx="274248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IN" sz="1400" b="0" u="none" strike="noStrike">
                <a:solidFill>
                  <a:srgbClr val="000000"/>
                </a:solidFill>
                <a:effectLst/>
                <a:uFillTx/>
                <a:latin typeface="Times New Roman"/>
              </a:defRPr>
            </a:lvl1pPr>
          </a:lstStyle>
          <a:p>
            <a:pPr indent="0" algn="l">
              <a:lnSpc>
                <a:spcPct val="100000"/>
              </a:lnSpc>
              <a:buNone/>
              <a:tabLst>
                <a:tab pos="0" algn="l"/>
              </a:tabLst>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44" name="PlaceHolder 3"/>
          <p:cNvSpPr>
            <a:spLocks noGrp="1"/>
          </p:cNvSpPr>
          <p:nvPr>
            <p:ph type="ftr" idx="23"/>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5" name="PlaceHolder 4"/>
          <p:cNvSpPr>
            <a:spLocks noGrp="1"/>
          </p:cNvSpPr>
          <p:nvPr>
            <p:ph type="sldNum" idx="24"/>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9090A01A-B1AD-416F-B421-5A1851F68BDE}"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lt1"/>
        </a:solidFill>
      </p:bgPr>
    </p:bg>
    <p:spTree>
      <p:nvGrpSpPr>
        <p:cNvPr id="1" name=""/>
        <p:cNvGrpSpPr/>
        <p:nvPr/>
      </p:nvGrpSpPr>
      <p:grpSpPr>
        <a:xfrm>
          <a:off x="0" y="0"/>
          <a:ext cx="0" cy="0"/>
          <a:chOff x="0" y="0"/>
          <a:chExt cx="0" cy="0"/>
        </a:xfrm>
      </p:grpSpPr>
      <p:sp>
        <p:nvSpPr>
          <p:cNvPr id="46" name="PlaceHolder 1"/>
          <p:cNvSpPr>
            <a:spLocks noGrp="1"/>
          </p:cNvSpPr>
          <p:nvPr>
            <p:ph type="dt" idx="25"/>
          </p:nvPr>
        </p:nvSpPr>
        <p:spPr>
          <a:xfrm>
            <a:off x="838080" y="6356520"/>
            <a:ext cx="274248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IN" sz="1400" b="0" u="none" strike="noStrike">
                <a:solidFill>
                  <a:srgbClr val="000000"/>
                </a:solidFill>
                <a:effectLst/>
                <a:uFillTx/>
                <a:latin typeface="Times New Roman"/>
              </a:defRPr>
            </a:lvl1pPr>
          </a:lstStyle>
          <a:p>
            <a:pPr indent="0" algn="l">
              <a:lnSpc>
                <a:spcPct val="100000"/>
              </a:lnSpc>
              <a:buNone/>
              <a:tabLst>
                <a:tab pos="0" algn="l"/>
              </a:tabLst>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47" name="PlaceHolder 2"/>
          <p:cNvSpPr>
            <a:spLocks noGrp="1"/>
          </p:cNvSpPr>
          <p:nvPr>
            <p:ph type="ftr" idx="26"/>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8" name="PlaceHolder 3"/>
          <p:cNvSpPr>
            <a:spLocks noGrp="1"/>
          </p:cNvSpPr>
          <p:nvPr>
            <p:ph type="sldNum" idx="27"/>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5625BB9B-81D8-4354-808A-F3832E026172}"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bg>
      <p:bgPr>
        <a:solidFill>
          <a:schemeClr val="lt1"/>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839880" y="457200"/>
            <a:ext cx="3931560" cy="159948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IN" sz="3200" b="0" u="none" strike="noStrike">
                <a:solidFill>
                  <a:srgbClr val="000000"/>
                </a:solidFill>
                <a:effectLst/>
                <a:uFillTx/>
                <a:latin typeface="Arial"/>
              </a:defRPr>
            </a:lvl1pPr>
          </a:lstStyle>
          <a:p>
            <a:pPr indent="0" algn="l">
              <a:lnSpc>
                <a:spcPct val="100000"/>
              </a:lnSpc>
              <a:buNone/>
              <a:tabLst>
                <a:tab pos="0" algn="l"/>
              </a:tabLst>
            </a:pPr>
            <a:r>
              <a:rPr lang="en-IN" sz="3200" b="0" u="none" strike="noStrike">
                <a:solidFill>
                  <a:srgbClr val="000000"/>
                </a:solidFill>
                <a:effectLst/>
                <a:uFillTx/>
                <a:latin typeface="Arial"/>
              </a:rPr>
              <a:t>Click to edit the title text format</a:t>
            </a:r>
            <a:endParaRPr lang="en-IN" sz="3200" b="0" u="none" strike="noStrike">
              <a:solidFill>
                <a:srgbClr val="000000"/>
              </a:solidFill>
              <a:effectLst/>
              <a:uFillTx/>
              <a:latin typeface="Arial"/>
            </a:endParaRPr>
          </a:p>
        </p:txBody>
      </p:sp>
      <p:sp>
        <p:nvSpPr>
          <p:cNvPr id="50" name="PlaceHolder 2"/>
          <p:cNvSpPr>
            <a:spLocks noGrp="1"/>
          </p:cNvSpPr>
          <p:nvPr>
            <p:ph type="body"/>
          </p:nvPr>
        </p:nvSpPr>
        <p:spPr>
          <a:xfrm>
            <a:off x="5183280" y="987480"/>
            <a:ext cx="6171480" cy="4872960"/>
          </a:xfrm>
          <a:prstGeom prst="rect">
            <a:avLst/>
          </a:prstGeom>
          <a:noFill/>
          <a:ln w="0">
            <a:noFill/>
          </a:ln>
        </p:spPr>
        <p:txBody>
          <a:bodyPr lIns="91440" tIns="45720" rIns="91440" bIns="45720" anchor="t">
            <a:normAutofit lnSpcReduction="9999"/>
          </a:bodyPr>
          <a:lstStyle>
            <a:lvl1pPr algn="l">
              <a:lnSpc>
                <a:spcPct val="100000"/>
              </a:lnSpc>
              <a:spcBef>
                <a:spcPts val="1417"/>
              </a:spcBef>
              <a:buClr>
                <a:srgbClr val="000000"/>
              </a:buClr>
              <a:buSzPct val="45000"/>
              <a:buFont typeface="Wingdings" charset="2"/>
              <a:buChar char=""/>
              <a:defRPr lang="en-IN"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IN" sz="32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IN" sz="32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IN" sz="32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IN" sz="32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IN" sz="32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IN" sz="3200" b="0" u="none" strike="noStrike">
                <a:solidFill>
                  <a:srgbClr val="000000"/>
                </a:solidFill>
                <a:effectLst/>
                <a:uFillTx/>
                <a:latin typeface="Arial"/>
              </a:defRPr>
            </a:lvl7pPr>
          </a:lstStyle>
          <a:p>
            <a:pPr marL="457200" indent="-431640" algn="l">
              <a:lnSpc>
                <a:spcPct val="100000"/>
              </a:lnSpc>
              <a:spcBef>
                <a:spcPts val="1417"/>
              </a:spcBef>
              <a:buClr>
                <a:srgbClr val="000000"/>
              </a:buClr>
              <a:buSzPct val="45000"/>
              <a:buFont typeface="Wingdings" charset="2"/>
              <a:buChar char=""/>
            </a:pPr>
            <a:r>
              <a:rPr lang="en-IN" sz="3200" b="0" u="none" strike="noStrike">
                <a:solidFill>
                  <a:srgbClr val="000000"/>
                </a:solidFill>
                <a:effectLst/>
                <a:uFillTx/>
                <a:latin typeface="Arial"/>
              </a:rPr>
              <a:t>Click to edit the outline text format</a:t>
            </a:r>
            <a:endParaRPr lang="en-IN" sz="3200" b="0" u="none" strike="noStrike">
              <a:solidFill>
                <a:srgbClr val="000000"/>
              </a:solidFill>
              <a:effectLst/>
              <a:uFillTx/>
              <a:latin typeface="Arial"/>
            </a:endParaRPr>
          </a:p>
          <a:p>
            <a:pPr marL="914400" lvl="1" indent="-406440" algn="l">
              <a:lnSpc>
                <a:spcPct val="100000"/>
              </a:lnSpc>
              <a:spcBef>
                <a:spcPts val="1134"/>
              </a:spcBef>
              <a:buClr>
                <a:srgbClr val="000000"/>
              </a:buClr>
              <a:buSzPct val="75000"/>
              <a:buFont typeface="Symbol" charset="2"/>
              <a:buChar char=""/>
            </a:pPr>
            <a:r>
              <a:rPr lang="en-IN" sz="3200" b="0" u="none" strike="noStrike">
                <a:solidFill>
                  <a:srgbClr val="000000"/>
                </a:solidFill>
                <a:effectLst/>
                <a:uFillTx/>
                <a:latin typeface="Arial"/>
              </a:rPr>
              <a:t>Second Outline Level</a:t>
            </a:r>
            <a:endParaRPr lang="en-IN" sz="3200" b="0" u="none" strike="noStrike">
              <a:solidFill>
                <a:srgbClr val="000000"/>
              </a:solidFill>
              <a:effectLst/>
              <a:uFillTx/>
              <a:latin typeface="Arial"/>
            </a:endParaRPr>
          </a:p>
          <a:p>
            <a:pPr marL="1371600" lvl="2" indent="-380880" algn="l">
              <a:lnSpc>
                <a:spcPct val="100000"/>
              </a:lnSpc>
              <a:spcBef>
                <a:spcPts val="850"/>
              </a:spcBef>
              <a:buClr>
                <a:srgbClr val="000000"/>
              </a:buClr>
              <a:buSzPct val="45000"/>
              <a:buFont typeface="Wingdings" charset="2"/>
              <a:buChar char=""/>
            </a:pPr>
            <a:r>
              <a:rPr lang="en-IN" sz="3200" b="0" u="none" strike="noStrike">
                <a:solidFill>
                  <a:srgbClr val="000000"/>
                </a:solidFill>
                <a:effectLst/>
                <a:uFillTx/>
                <a:latin typeface="Arial"/>
              </a:rPr>
              <a:t>Third Outline Level</a:t>
            </a:r>
            <a:endParaRPr lang="en-IN" sz="3200" b="0" u="none" strike="noStrike">
              <a:solidFill>
                <a:srgbClr val="000000"/>
              </a:solidFill>
              <a:effectLst/>
              <a:uFillTx/>
              <a:latin typeface="Arial"/>
            </a:endParaRPr>
          </a:p>
          <a:p>
            <a:pPr marL="1828800" lvl="3" indent="-355680" algn="l">
              <a:lnSpc>
                <a:spcPct val="100000"/>
              </a:lnSpc>
              <a:spcBef>
                <a:spcPts val="567"/>
              </a:spcBef>
              <a:buClr>
                <a:srgbClr val="000000"/>
              </a:buClr>
              <a:buSzPct val="75000"/>
              <a:buFont typeface="Symbol" charset="2"/>
              <a:buChar char=""/>
            </a:pPr>
            <a:r>
              <a:rPr lang="en-IN" sz="3200" b="0" u="none" strike="noStrike">
                <a:solidFill>
                  <a:srgbClr val="000000"/>
                </a:solidFill>
                <a:effectLst/>
                <a:uFillTx/>
                <a:latin typeface="Arial"/>
              </a:rPr>
              <a:t>Fourth Outline Level</a:t>
            </a:r>
            <a:endParaRPr lang="en-IN" sz="3200" b="0" u="none" strike="noStrike">
              <a:solidFill>
                <a:srgbClr val="000000"/>
              </a:solidFill>
              <a:effectLst/>
              <a:uFillTx/>
              <a:latin typeface="Arial"/>
            </a:endParaRPr>
          </a:p>
          <a:p>
            <a:pPr marL="2286000" lvl="4" indent="-355680" algn="l">
              <a:lnSpc>
                <a:spcPct val="100000"/>
              </a:lnSpc>
              <a:spcBef>
                <a:spcPts val="283"/>
              </a:spcBef>
              <a:buClr>
                <a:srgbClr val="000000"/>
              </a:buClr>
              <a:buSzPct val="45000"/>
              <a:buFont typeface="Wingdings" charset="2"/>
              <a:buChar char=""/>
            </a:pPr>
            <a:r>
              <a:rPr lang="en-IN" sz="3200" b="0" u="none" strike="noStrike">
                <a:solidFill>
                  <a:srgbClr val="000000"/>
                </a:solidFill>
                <a:effectLst/>
                <a:uFillTx/>
                <a:latin typeface="Arial"/>
              </a:rPr>
              <a:t>Fifth Outline Level</a:t>
            </a:r>
            <a:endParaRPr lang="en-IN" sz="3200" b="0" u="none" strike="noStrike">
              <a:solidFill>
                <a:srgbClr val="000000"/>
              </a:solidFill>
              <a:effectLst/>
              <a:uFillTx/>
              <a:latin typeface="Arial"/>
            </a:endParaRPr>
          </a:p>
          <a:p>
            <a:pPr marL="2743200" lvl="5" indent="-355680" algn="l">
              <a:lnSpc>
                <a:spcPct val="100000"/>
              </a:lnSpc>
              <a:spcBef>
                <a:spcPts val="283"/>
              </a:spcBef>
              <a:buClr>
                <a:srgbClr val="000000"/>
              </a:buClr>
              <a:buSzPct val="45000"/>
              <a:buFont typeface="Wingdings" charset="2"/>
              <a:buChar char=""/>
            </a:pPr>
            <a:r>
              <a:rPr lang="en-IN" sz="3200" b="0" u="none" strike="noStrike">
                <a:solidFill>
                  <a:srgbClr val="000000"/>
                </a:solidFill>
                <a:effectLst/>
                <a:uFillTx/>
                <a:latin typeface="Arial"/>
              </a:rPr>
              <a:t>Sixth Outline Level</a:t>
            </a:r>
            <a:endParaRPr lang="en-IN" sz="3200" b="0" u="none" strike="noStrike">
              <a:solidFill>
                <a:srgbClr val="000000"/>
              </a:solidFill>
              <a:effectLst/>
              <a:uFillTx/>
              <a:latin typeface="Arial"/>
            </a:endParaRPr>
          </a:p>
          <a:p>
            <a:pPr marL="3200400" lvl="6" indent="-355680" algn="l">
              <a:lnSpc>
                <a:spcPct val="100000"/>
              </a:lnSpc>
              <a:spcBef>
                <a:spcPts val="283"/>
              </a:spcBef>
              <a:buClr>
                <a:srgbClr val="000000"/>
              </a:buClr>
              <a:buSzPct val="45000"/>
              <a:buFont typeface="Wingdings" charset="2"/>
              <a:buChar char=""/>
            </a:pPr>
            <a:r>
              <a:rPr lang="en-IN" sz="3200" b="0" u="none" strike="noStrike">
                <a:solidFill>
                  <a:srgbClr val="000000"/>
                </a:solidFill>
                <a:effectLst/>
                <a:uFillTx/>
                <a:latin typeface="Arial"/>
              </a:rPr>
              <a:t>Seventh Outline Level</a:t>
            </a:r>
            <a:endParaRPr lang="en-IN" sz="3200" b="0" u="none" strike="noStrike">
              <a:solidFill>
                <a:srgbClr val="000000"/>
              </a:solidFill>
              <a:effectLst/>
              <a:uFillTx/>
              <a:latin typeface="Arial"/>
            </a:endParaRPr>
          </a:p>
        </p:txBody>
      </p:sp>
      <p:sp>
        <p:nvSpPr>
          <p:cNvPr id="51" name="PlaceHolder 3"/>
          <p:cNvSpPr>
            <a:spLocks noGrp="1"/>
          </p:cNvSpPr>
          <p:nvPr>
            <p:ph type="body"/>
          </p:nvPr>
        </p:nvSpPr>
        <p:spPr>
          <a:xfrm>
            <a:off x="839880" y="2057400"/>
            <a:ext cx="3931560" cy="3810960"/>
          </a:xfrm>
          <a:prstGeom prst="rect">
            <a:avLst/>
          </a:prstGeom>
          <a:noFill/>
          <a:ln w="0">
            <a:noFill/>
          </a:ln>
        </p:spPr>
        <p:txBody>
          <a:bodyPr lIns="91440" tIns="45720" rIns="91440" bIns="45720" anchor="t">
            <a:normAutofit lnSpcReduction="9999"/>
          </a:bodyPr>
          <a:lstStyle>
            <a:lvl1pPr algn="l">
              <a:lnSpc>
                <a:spcPct val="100000"/>
              </a:lnSpc>
              <a:spcBef>
                <a:spcPts val="1417"/>
              </a:spcBef>
              <a:buClr>
                <a:srgbClr val="000000"/>
              </a:buClr>
              <a:buSzPct val="45000"/>
              <a:buFont typeface="Wingdings" charset="2"/>
              <a:buChar char=""/>
              <a:defRPr lang="en-IN" sz="16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IN" sz="16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IN" sz="16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IN" sz="16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IN" sz="16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IN" sz="16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IN" sz="16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IN" sz="1600" b="0" u="none" strike="noStrike">
                <a:solidFill>
                  <a:srgbClr val="000000"/>
                </a:solidFill>
                <a:effectLst/>
                <a:uFillTx/>
                <a:latin typeface="Arial"/>
              </a:rPr>
              <a:t>Click to edit the outline text format</a:t>
            </a:r>
            <a:endParaRPr lang="en-IN" sz="16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IN" sz="1600" b="0" u="none" strike="noStrike">
                <a:solidFill>
                  <a:srgbClr val="000000"/>
                </a:solidFill>
                <a:effectLst/>
                <a:uFillTx/>
                <a:latin typeface="Arial"/>
              </a:rPr>
              <a:t>Second Outline Level</a:t>
            </a:r>
            <a:endParaRPr lang="en-IN" sz="16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IN" sz="1600" b="0" u="none" strike="noStrike">
                <a:solidFill>
                  <a:srgbClr val="000000"/>
                </a:solidFill>
                <a:effectLst/>
                <a:uFillTx/>
                <a:latin typeface="Arial"/>
              </a:rPr>
              <a:t>Third Outline Level</a:t>
            </a:r>
            <a:endParaRPr lang="en-IN" sz="16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IN" sz="1600" b="0" u="none" strike="noStrike">
                <a:solidFill>
                  <a:srgbClr val="000000"/>
                </a:solidFill>
                <a:effectLst/>
                <a:uFillTx/>
                <a:latin typeface="Arial"/>
              </a:rPr>
              <a:t>Fourth Outline Level</a:t>
            </a:r>
            <a:endParaRPr lang="en-IN" sz="16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IN" sz="1600" b="0" u="none" strike="noStrike">
                <a:solidFill>
                  <a:srgbClr val="000000"/>
                </a:solidFill>
                <a:effectLst/>
                <a:uFillTx/>
                <a:latin typeface="Arial"/>
              </a:rPr>
              <a:t>Fifth Outline Level</a:t>
            </a:r>
            <a:endParaRPr lang="en-IN" sz="1600" b="0" u="none" strike="noStrike">
              <a:solidFill>
                <a:srgbClr val="000000"/>
              </a:solidFill>
              <a:effectLst/>
              <a:uFillTx/>
              <a:latin typeface="Arial"/>
            </a:endParaRPr>
          </a:p>
          <a:p>
            <a:pPr marL="2743200" lvl="5" indent="-228600" algn="l">
              <a:lnSpc>
                <a:spcPct val="100000"/>
              </a:lnSpc>
              <a:spcBef>
                <a:spcPts val="283"/>
              </a:spcBef>
              <a:buClr>
                <a:srgbClr val="000000"/>
              </a:buClr>
              <a:buSzPct val="45000"/>
              <a:buFont typeface="Wingdings" charset="2"/>
              <a:buChar char=""/>
            </a:pPr>
            <a:r>
              <a:rPr lang="en-IN" sz="1600" b="0" u="none" strike="noStrike">
                <a:solidFill>
                  <a:srgbClr val="000000"/>
                </a:solidFill>
                <a:effectLst/>
                <a:uFillTx/>
                <a:latin typeface="Arial"/>
              </a:rPr>
              <a:t>Sixth Outline Level</a:t>
            </a:r>
            <a:endParaRPr lang="en-IN" sz="1600" b="0" u="none" strike="noStrike">
              <a:solidFill>
                <a:srgbClr val="000000"/>
              </a:solidFill>
              <a:effectLst/>
              <a:uFillTx/>
              <a:latin typeface="Arial"/>
            </a:endParaRPr>
          </a:p>
          <a:p>
            <a:pPr marL="3200400" lvl="6" indent="-228600" algn="l">
              <a:lnSpc>
                <a:spcPct val="100000"/>
              </a:lnSpc>
              <a:spcBef>
                <a:spcPts val="283"/>
              </a:spcBef>
              <a:buClr>
                <a:srgbClr val="000000"/>
              </a:buClr>
              <a:buSzPct val="45000"/>
              <a:buFont typeface="Wingdings" charset="2"/>
              <a:buChar char=""/>
            </a:pPr>
            <a:r>
              <a:rPr lang="en-IN" sz="1600" b="0" u="none" strike="noStrike">
                <a:solidFill>
                  <a:srgbClr val="000000"/>
                </a:solidFill>
                <a:effectLst/>
                <a:uFillTx/>
                <a:latin typeface="Arial"/>
              </a:rPr>
              <a:t>Seventh Outline Level</a:t>
            </a:r>
            <a:endParaRPr lang="en-IN" sz="1600" b="0" u="none" strike="noStrike">
              <a:solidFill>
                <a:srgbClr val="000000"/>
              </a:solidFill>
              <a:effectLst/>
              <a:uFillTx/>
              <a:latin typeface="Arial"/>
            </a:endParaRPr>
          </a:p>
        </p:txBody>
      </p:sp>
      <p:sp>
        <p:nvSpPr>
          <p:cNvPr id="52" name="PlaceHolder 4"/>
          <p:cNvSpPr>
            <a:spLocks noGrp="1"/>
          </p:cNvSpPr>
          <p:nvPr>
            <p:ph type="dt" idx="28"/>
          </p:nvPr>
        </p:nvSpPr>
        <p:spPr>
          <a:xfrm>
            <a:off x="838080" y="6356520"/>
            <a:ext cx="274248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IN" sz="1400" b="0" u="none" strike="noStrike">
                <a:solidFill>
                  <a:srgbClr val="000000"/>
                </a:solidFill>
                <a:effectLst/>
                <a:uFillTx/>
                <a:latin typeface="Times New Roman"/>
              </a:defRPr>
            </a:lvl1pPr>
          </a:lstStyle>
          <a:p>
            <a:pPr indent="0" algn="l">
              <a:lnSpc>
                <a:spcPct val="100000"/>
              </a:lnSpc>
              <a:buNone/>
              <a:tabLst>
                <a:tab pos="0" algn="l"/>
              </a:tabLst>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53" name="PlaceHolder 5"/>
          <p:cNvSpPr>
            <a:spLocks noGrp="1"/>
          </p:cNvSpPr>
          <p:nvPr>
            <p:ph type="ftr" idx="29"/>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669FDC93-1842-42AD-AF59-9D109F2114B0}"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3.xml"/>
</Relationships>
</file>

<file path=ppt/slides/_rels/slide1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3.xml"/>
</Relationships>
</file>

<file path=ppt/slides/_rels/slide1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3.xml"/>
</Relationships>
</file>

<file path=ppt/slides/_rels/slide17.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3.xml"/>
</Relationships>
</file>

<file path=ppt/slides/_rels/slide1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6.png"/><Relationship Id="rId3" Type="http://schemas.openxmlformats.org/officeDocument/2006/relationships/slideLayout" Target="../slideLayouts/slideLayout3.xml"/>
</Relationships>
</file>

<file path=ppt/slides/_rels/slide19.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7.png"/><Relationship Id="rId3" Type="http://schemas.openxmlformats.org/officeDocument/2006/relationships/slideLayout" Target="../slideLayouts/slideLayout3.xml"/>
</Relationships>
</file>

<file path=ppt/slides/_rels/slide20.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3.xml"/>
</Relationships>
</file>

<file path=ppt/slides/_rels/slide21.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slideLayout" Target="../slideLayouts/slideLayout3.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3.xml"/>
</Relationships>
</file>

<file path=ppt/slides/_rels/slide26.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png"/><Relationship Id="rId3" Type="http://schemas.openxmlformats.org/officeDocument/2006/relationships/slideLayout" Target="../slideLayouts/slideLayout5.xml"/>
</Relationships>
</file>

<file path=ppt/slides/_rels/slide27.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831960" y="1709640"/>
            <a:ext cx="10514880" cy="2851920"/>
          </a:xfrm>
          <a:prstGeom prst="rect">
            <a:avLst/>
          </a:prstGeom>
          <a:noFill/>
          <a:ln w="0">
            <a:noFill/>
          </a:ln>
        </p:spPr>
        <p:txBody>
          <a:bodyPr lIns="91440" tIns="45720" rIns="91440" bIns="45720" anchor="b">
            <a:normAutofit lnSpcReduction="9999"/>
          </a:bodyPr>
          <a:p>
            <a:pPr indent="0" algn="ctr">
              <a:lnSpc>
                <a:spcPct val="90000"/>
              </a:lnSpc>
              <a:buNone/>
              <a:tabLst>
                <a:tab pos="0" algn="l"/>
              </a:tabLst>
            </a:pPr>
            <a:r>
              <a:rPr lang="en-US" sz="6600" b="1" u="none" strike="noStrike">
                <a:solidFill>
                  <a:schemeClr val="dk1"/>
                </a:solidFill>
                <a:effectLst/>
                <a:uFillTx/>
                <a:latin typeface="Calibri"/>
                <a:ea typeface="Calibri"/>
              </a:rPr>
              <a:t>IBM University Engagement Project Submission</a:t>
            </a:r>
            <a:br>
              <a:rPr sz="6600"/>
            </a:br>
            <a:endParaRPr lang="en-IN" sz="6600" b="0" u="none" strike="noStrike">
              <a:solidFill>
                <a:srgbClr val="000000"/>
              </a:solidFill>
              <a:effectLst/>
              <a:uFillTx/>
              <a:latin typeface="Arial"/>
            </a:endParaRPr>
          </a:p>
        </p:txBody>
      </p:sp>
      <p:sp>
        <p:nvSpPr>
          <p:cNvPr id="56" name="PlaceHolder 2"/>
          <p:cNvSpPr>
            <a:spLocks noGrp="1"/>
          </p:cNvSpPr>
          <p:nvPr>
            <p:ph/>
          </p:nvPr>
        </p:nvSpPr>
        <p:spPr>
          <a:xfrm>
            <a:off x="1014840" y="3903840"/>
            <a:ext cx="10514880" cy="1499400"/>
          </a:xfrm>
          <a:prstGeom prst="rect">
            <a:avLst/>
          </a:prstGeom>
          <a:noFill/>
          <a:ln w="0">
            <a:noFill/>
          </a:ln>
        </p:spPr>
        <p:txBody>
          <a:bodyPr lIns="91440" tIns="45720" rIns="91440" bIns="45720" anchor="t">
            <a:noAutofit/>
          </a:bodyPr>
          <a:p>
            <a:pPr marL="457200" indent="-228600" algn="ctr">
              <a:lnSpc>
                <a:spcPct val="90000"/>
              </a:lnSpc>
              <a:spcBef>
                <a:spcPts val="1001"/>
              </a:spcBef>
              <a:buNone/>
              <a:tabLst>
                <a:tab pos="0" algn="l"/>
              </a:tabLst>
            </a:pPr>
            <a:r>
              <a:rPr lang="en-US" sz="2400" b="1" i="1" u="none" strike="noStrike">
                <a:solidFill>
                  <a:schemeClr val="dk1"/>
                </a:solidFill>
                <a:effectLst/>
                <a:uFillTx/>
                <a:latin typeface="Calibri"/>
                <a:ea typeface="Calibri"/>
              </a:rPr>
              <a:t>“Exploring the Power of Agentic AI with IBM  and IBM Bob”</a:t>
            </a:r>
            <a:endParaRPr lang="en-IN"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Google Shape;92;p2"/>
          <p:cNvSpPr/>
          <p:nvPr/>
        </p:nvSpPr>
        <p:spPr>
          <a:xfrm>
            <a:off x="690480" y="4425480"/>
            <a:ext cx="10794960" cy="198360"/>
          </a:xfrm>
          <a:prstGeom prst="rect">
            <a:avLst/>
          </a:prstGeom>
          <a:noFill/>
          <a:ln w="0">
            <a:noFill/>
          </a:ln>
        </p:spPr>
        <p:style>
          <a:lnRef idx="0"/>
          <a:fillRef idx="0"/>
          <a:effectRef idx="0"/>
          <a:fontRef idx="minor"/>
        </p:style>
        <p:txBody>
          <a:bodyPr lIns="0" tIns="0" rIns="0" bIns="0" anchor="t">
            <a:noAutofit/>
          </a:bodyPr>
          <a:p>
            <a:endParaRPr lang="en-IN" sz="1500" b="0" u="none" strike="noStrike">
              <a:solidFill>
                <a:schemeClr val="dk1"/>
              </a:solidFill>
              <a:effectLst/>
              <a:uFillTx/>
              <a:latin typeface="Times New Roman"/>
            </a:endParaRPr>
          </a:p>
        </p:txBody>
      </p:sp>
      <p:sp>
        <p:nvSpPr>
          <p:cNvPr id="58" name="Google Shape;95;p2"/>
          <p:cNvSpPr/>
          <p:nvPr/>
        </p:nvSpPr>
        <p:spPr>
          <a:xfrm>
            <a:off x="1102320" y="1174680"/>
            <a:ext cx="7425720" cy="450720"/>
          </a:xfrm>
          <a:prstGeom prst="rect">
            <a:avLst/>
          </a:prstGeom>
          <a:noFill/>
          <a:ln w="0">
            <a:noFill/>
          </a:ln>
        </p:spPr>
        <p:style>
          <a:lnRef idx="0"/>
          <a:fillRef idx="0"/>
          <a:effectRef idx="0"/>
          <a:fontRef idx="minor"/>
        </p:style>
        <p:txBody>
          <a:bodyPr lIns="90000" tIns="45000" rIns="90000" bIns="45000" anchor="ctr">
            <a:noAutofit/>
          </a:bodyPr>
          <a:p>
            <a:endParaRPr lang="en-IN" sz="3200" b="1" u="none" strike="noStrike">
              <a:solidFill>
                <a:srgbClr val="002060"/>
              </a:solidFill>
              <a:effectLst/>
              <a:uFillTx/>
              <a:latin typeface="Times New Roman"/>
            </a:endParaRPr>
          </a:p>
        </p:txBody>
      </p:sp>
      <p:graphicFrame>
        <p:nvGraphicFramePr>
          <p:cNvPr id="59" name="Google Shape;96;p2"/>
          <p:cNvGraphicFramePr/>
          <p:nvPr/>
        </p:nvGraphicFramePr>
        <p:xfrm>
          <a:off x="1299240" y="2600280"/>
          <a:ext cx="9394200" cy="2166840"/>
        </p:xfrm>
        <a:graphic>
          <a:graphicData uri="http://schemas.openxmlformats.org/drawingml/2006/table">
            <a:tbl>
              <a:tblPr/>
              <a:tblGrid>
                <a:gridCol w="2064600"/>
                <a:gridCol w="2443320"/>
                <a:gridCol w="2443320"/>
                <a:gridCol w="2443320"/>
              </a:tblGrid>
              <a:tr h="973080">
                <a:tc>
                  <a:txBody>
                    <a:bodyPr anchor="ctr">
                      <a:noAutofit/>
                    </a:bodyPr>
                    <a:p>
                      <a:pPr algn="ctr">
                        <a:lnSpc>
                          <a:spcPct val="100000"/>
                        </a:lnSpc>
                        <a:tabLst>
                          <a:tab pos="0" algn="l"/>
                        </a:tabLst>
                      </a:pPr>
                      <a:r>
                        <a:rPr lang="en-US" sz="1800" b="0" u="none" strike="noStrike">
                          <a:solidFill>
                            <a:srgbClr val="000000"/>
                          </a:solidFill>
                          <a:effectLst/>
                          <a:uFillTx/>
                          <a:latin typeface="Arial"/>
                          <a:ea typeface="Arial"/>
                        </a:rPr>
                        <a:t>Student Name</a:t>
                      </a:r>
                      <a:endParaRPr lang="en-IN"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pos="0" algn="l"/>
                        </a:tabLst>
                      </a:pPr>
                      <a:r>
                        <a:rPr lang="en-US" sz="1800" b="0" u="none" strike="noStrike">
                          <a:solidFill>
                            <a:srgbClr val="000000"/>
                          </a:solidFill>
                          <a:effectLst/>
                          <a:uFillTx/>
                          <a:latin typeface="Arial"/>
                          <a:ea typeface="Arial"/>
                        </a:rPr>
                        <a:t>Recent Passport Photo</a:t>
                      </a:r>
                      <a:endParaRPr lang="en-IN"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pos="0" algn="l"/>
                        </a:tabLst>
                      </a:pPr>
                      <a:r>
                        <a:rPr lang="en-US" sz="1800" b="0" u="none" strike="noStrike">
                          <a:solidFill>
                            <a:srgbClr val="000000"/>
                          </a:solidFill>
                          <a:effectLst/>
                          <a:uFillTx/>
                          <a:latin typeface="Arial"/>
                          <a:ea typeface="Calibri"/>
                        </a:rPr>
                        <a:t>Email ID </a:t>
                      </a:r>
                      <a:endParaRPr lang="en-IN"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pos="0" algn="l"/>
                        </a:tabLst>
                      </a:pPr>
                      <a:r>
                        <a:rPr lang="en-US" sz="1800" b="0" u="none" strike="noStrike">
                          <a:solidFill>
                            <a:srgbClr val="000000"/>
                          </a:solidFill>
                          <a:effectLst/>
                          <a:uFillTx/>
                          <a:latin typeface="Arial"/>
                          <a:ea typeface="Calibri"/>
                        </a:rPr>
                        <a:t>Mobile number</a:t>
                      </a:r>
                      <a:endParaRPr lang="en-IN" sz="1800" b="0" u="none" strike="noStrike">
                        <a:solidFill>
                          <a:srgbClr val="FFFFFF"/>
                        </a:solidFill>
                        <a:effectLst/>
                        <a:uFillTx/>
                        <a:latin typeface="Arial"/>
                      </a:endParaRPr>
                    </a:p>
                    <a:p>
                      <a:pPr algn="ctr">
                        <a:lnSpc>
                          <a:spcPct val="100000"/>
                        </a:lnSpc>
                        <a:tabLst>
                          <a:tab pos="0" algn="l"/>
                        </a:tabLst>
                      </a:pPr>
                      <a:r>
                        <a:rPr lang="en-US" sz="1800" b="0" u="none" strike="noStrike">
                          <a:solidFill>
                            <a:srgbClr val="000000"/>
                          </a:solidFill>
                          <a:effectLst/>
                          <a:uFillTx/>
                          <a:latin typeface="Arial"/>
                          <a:ea typeface="Calibri"/>
                        </a:rPr>
                        <a:t>[WhatsApp] </a:t>
                      </a:r>
                      <a:endParaRPr lang="en-IN"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r>
              <a:tr h="1193760">
                <a:tc>
                  <a:txBody>
                    <a:bodyPr anchor="t">
                      <a:noAutofit/>
                    </a:bodyPr>
                    <a:p>
                      <a:pPr>
                        <a:lnSpc>
                          <a:spcPct val="100000"/>
                        </a:lnSpc>
                      </a:pPr>
                      <a:r>
                        <a:rPr lang="en-IN" sz="1400" b="0" u="none" strike="noStrike">
                          <a:solidFill>
                            <a:srgbClr val="000000"/>
                          </a:solidFill>
                          <a:effectLst/>
                          <a:uFillTx/>
                          <a:latin typeface="Arial"/>
                        </a:rPr>
                        <a:t>    Vamsi Addagarla</a:t>
                      </a:r>
                      <a:endParaRPr lang="en-IN"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endParaRPr lang="en-IN"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pPr>
                        <a:lnSpc>
                          <a:spcPct val="100000"/>
                        </a:lnSpc>
                      </a:pPr>
                      <a:r>
                        <a:rPr lang="en-IN" sz="1400" b="0" u="none" strike="noStrike">
                          <a:solidFill>
                            <a:srgbClr val="000000"/>
                          </a:solidFill>
                          <a:effectLst/>
                          <a:uFillTx/>
                          <a:latin typeface="Arial"/>
                        </a:rPr>
                        <a:t>aa234567addagarlavamsi@gmail.com</a:t>
                      </a:r>
                      <a:endParaRPr lang="en-IN"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pPr>
                        <a:lnSpc>
                          <a:spcPct val="100000"/>
                        </a:lnSpc>
                      </a:pPr>
                      <a:r>
                        <a:rPr lang="en-IN" sz="1400" b="0" u="none" strike="noStrike">
                          <a:solidFill>
                            <a:srgbClr val="000000"/>
                          </a:solidFill>
                          <a:effectLst/>
                          <a:uFillTx/>
                          <a:latin typeface="Arial"/>
                        </a:rPr>
                        <a:t>            9059102023</a:t>
                      </a:r>
                      <a:endParaRPr lang="en-IN"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r>
            </a:tbl>
          </a:graphicData>
        </a:graphic>
      </p:graphicFrame>
      <p:sp>
        <p:nvSpPr>
          <p:cNvPr id="60" name="TextBox 3"/>
          <p:cNvSpPr/>
          <p:nvPr/>
        </p:nvSpPr>
        <p:spPr>
          <a:xfrm>
            <a:off x="1206000" y="1460880"/>
            <a:ext cx="10279440" cy="82116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1191"/>
              </a:spcBef>
              <a:spcAft>
                <a:spcPts val="992"/>
              </a:spcAft>
            </a:pPr>
            <a:r>
              <a:rPr lang="en-US" sz="2400" b="1" u="none" strike="noStrike">
                <a:solidFill>
                  <a:srgbClr val="000000"/>
                </a:solidFill>
                <a:effectLst/>
                <a:uFillTx/>
                <a:latin typeface="Arial"/>
                <a:ea typeface="Arial"/>
              </a:rPr>
              <a:t>Domain of  Project – </a:t>
            </a:r>
            <a:r>
              <a:rPr lang="en-US" sz="2400" b="1" u="none" strike="noStrike">
                <a:solidFill>
                  <a:srgbClr val="000000"/>
                </a:solidFill>
                <a:effectLst/>
                <a:highlight>
                  <a:srgbClr val="FFFF00"/>
                </a:highlight>
                <a:uFillTx/>
                <a:latin typeface="Arial"/>
                <a:ea typeface="Arial"/>
              </a:rPr>
              <a:t>Artificial Intelligence / Skill Assessment &amp; Training / Education</a:t>
            </a:r>
            <a:endParaRPr lang="en-IN" sz="2400" b="0" u="none" strike="noStrike">
              <a:solidFill>
                <a:srgbClr val="000000"/>
              </a:solidFill>
              <a:effectLst/>
              <a:uFillTx/>
              <a:latin typeface="Arial"/>
            </a:endParaRPr>
          </a:p>
        </p:txBody>
      </p:sp>
      <p:sp>
        <p:nvSpPr>
          <p:cNvPr id="61" name="TextBox 6"/>
          <p:cNvSpPr/>
          <p:nvPr/>
        </p:nvSpPr>
        <p:spPr>
          <a:xfrm>
            <a:off x="1206000" y="551880"/>
            <a:ext cx="9580320" cy="82116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1191"/>
              </a:spcBef>
              <a:spcAft>
                <a:spcPts val="992"/>
              </a:spcAft>
            </a:pPr>
            <a:r>
              <a:rPr lang="en-US" sz="2400" b="1" u="none" strike="noStrike">
                <a:solidFill>
                  <a:srgbClr val="000000"/>
                </a:solidFill>
                <a:effectLst/>
                <a:uFillTx/>
                <a:latin typeface="Arial"/>
                <a:ea typeface="Arial"/>
              </a:rPr>
              <a:t>Project Tile – </a:t>
            </a:r>
            <a:r>
              <a:rPr lang="en-US" sz="2400" b="1" u="none" strike="noStrike">
                <a:solidFill>
                  <a:srgbClr val="000000"/>
                </a:solidFill>
                <a:effectLst/>
                <a:highlight>
                  <a:srgbClr val="FFFF00"/>
                </a:highlight>
                <a:uFillTx/>
                <a:latin typeface="Arial"/>
                <a:ea typeface="Arial"/>
              </a:rPr>
              <a:t>IBM BOB Problem Statement #22: AI Interview </a:t>
            </a:r>
            <a:r>
              <a:rPr lang="en-US" sz="2400" b="1" u="none" strike="noStrike">
                <a:solidFill>
                  <a:srgbClr val="000000"/>
                </a:solidFill>
                <a:effectLst/>
                <a:highlight>
                  <a:srgbClr val="FFFF00"/>
                </a:highlight>
                <a:uFillTx/>
                <a:latin typeface="Arial"/>
                <a:ea typeface="Arial"/>
              </a:rPr>
              <a:t>	</a:t>
            </a:r>
            <a:r>
              <a:rPr lang="en-US" sz="2400" b="1" u="none" strike="noStrike">
                <a:solidFill>
                  <a:srgbClr val="000000"/>
                </a:solidFill>
                <a:effectLst/>
                <a:highlight>
                  <a:srgbClr val="FFFF00"/>
                </a:highlight>
                <a:uFillTx/>
                <a:latin typeface="Arial"/>
                <a:ea typeface="Arial"/>
              </a:rPr>
              <a:t>    Trainer Agent </a:t>
            </a:r>
            <a:endParaRPr lang="en-IN" sz="2400" b="0" u="none" strike="noStrike">
              <a:solidFill>
                <a:srgbClr val="000000"/>
              </a:solidFill>
              <a:effectLst/>
              <a:uFillTx/>
              <a:latin typeface="Arial"/>
            </a:endParaRPr>
          </a:p>
        </p:txBody>
      </p:sp>
      <p:sp>
        <p:nvSpPr>
          <p:cNvPr id="62" name="TextBox 2"/>
          <p:cNvSpPr/>
          <p:nvPr/>
        </p:nvSpPr>
        <p:spPr>
          <a:xfrm>
            <a:off x="1211040" y="5210640"/>
            <a:ext cx="6455880" cy="1630440"/>
          </a:xfrm>
          <a:prstGeom prst="rect">
            <a:avLst/>
          </a:prstGeom>
          <a:noFill/>
          <a:ln w="0">
            <a:noFill/>
          </a:ln>
        </p:spPr>
        <p:style>
          <a:lnRef idx="0"/>
          <a:fillRef idx="0"/>
          <a:effectRef idx="0"/>
          <a:fontRef idx="minor"/>
        </p:style>
        <p:txBody>
          <a:bodyPr numCol="1" spcCol="0" horzOverflow="overflow" lIns="90000" tIns="45000" rIns="90000" bIns="45000" anchor="t">
            <a:spAutoFit/>
          </a:bodyPr>
          <a:p>
            <a:pPr>
              <a:lnSpc>
                <a:spcPct val="100000"/>
              </a:lnSpc>
            </a:pPr>
            <a:r>
              <a:rPr lang="en-US" sz="2000" b="0" u="none" strike="noStrike">
                <a:solidFill>
                  <a:srgbClr val="FF0000"/>
                </a:solidFill>
                <a:effectLst/>
                <a:uFillTx/>
                <a:latin typeface="Arial"/>
                <a:ea typeface="Arial"/>
              </a:rPr>
              <a:t>Recommended font style and size:</a:t>
            </a:r>
            <a:br>
              <a:rPr sz="2000"/>
            </a:br>
            <a:br>
              <a:rPr sz="2000"/>
            </a:br>
            <a:r>
              <a:rPr lang="en-US" sz="2000" b="0" u="none" strike="noStrike">
                <a:solidFill>
                  <a:srgbClr val="FF0000"/>
                </a:solidFill>
                <a:effectLst/>
                <a:uFillTx/>
                <a:latin typeface="Arial"/>
                <a:ea typeface="Arial"/>
              </a:rPr>
              <a:t>Font Style: Arial</a:t>
            </a:r>
            <a:br>
              <a:rPr sz="2000"/>
            </a:br>
            <a:r>
              <a:rPr lang="en-US" sz="2000" b="0" u="none" strike="noStrike">
                <a:solidFill>
                  <a:srgbClr val="FF0000"/>
                </a:solidFill>
                <a:effectLst/>
                <a:uFillTx/>
                <a:latin typeface="Arial"/>
                <a:ea typeface="Arial"/>
              </a:rPr>
              <a:t>Font Size (Heading): 28</a:t>
            </a:r>
            <a:endParaRPr lang="en-IN" sz="2000" b="0" u="none" strike="noStrike">
              <a:solidFill>
                <a:srgbClr val="000000"/>
              </a:solidFill>
              <a:effectLst/>
              <a:uFillTx/>
              <a:latin typeface="Arial"/>
            </a:endParaRPr>
          </a:p>
          <a:p>
            <a:pPr>
              <a:lnSpc>
                <a:spcPct val="100000"/>
              </a:lnSpc>
            </a:pPr>
            <a:r>
              <a:rPr lang="en-US" sz="2000" b="0" u="none" strike="noStrike">
                <a:solidFill>
                  <a:srgbClr val="FF0000"/>
                </a:solidFill>
                <a:effectLst/>
                <a:uFillTx/>
                <a:latin typeface="Arial"/>
                <a:ea typeface="Arial"/>
              </a:rPr>
              <a:t>Font Size (Content): 20</a:t>
            </a:r>
            <a:endParaRPr lang="en-IN" sz="2000" b="0" u="none" strike="noStrike">
              <a:solidFill>
                <a:srgbClr val="000000"/>
              </a:solidFill>
              <a:effectLst/>
              <a:uFillTx/>
              <a:latin typeface="Arial"/>
            </a:endParaRPr>
          </a:p>
        </p:txBody>
      </p:sp>
      <p:pic>
        <p:nvPicPr>
          <p:cNvPr id="63" name=""/>
          <p:cNvPicPr/>
          <p:nvPr/>
        </p:nvPicPr>
        <p:blipFill>
          <a:blip r:embed="rId1"/>
          <a:stretch/>
        </p:blipFill>
        <p:spPr>
          <a:xfrm>
            <a:off x="4140000" y="3780000"/>
            <a:ext cx="719640" cy="84384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TextBox 1"/>
          <p:cNvSpPr/>
          <p:nvPr/>
        </p:nvSpPr>
        <p:spPr>
          <a:xfrm>
            <a:off x="576000" y="894600"/>
            <a:ext cx="10606320" cy="584316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340"/>
              </a:spcBef>
              <a:spcAft>
                <a:spcPts val="142"/>
              </a:spcAft>
            </a:pPr>
            <a:endParaRPr lang="en-IN" sz="1400" b="0" u="none" strike="noStrike">
              <a:solidFill>
                <a:srgbClr val="000000"/>
              </a:solidFill>
              <a:effectLst/>
              <a:uFillTx/>
              <a:latin typeface="Arial"/>
            </a:endParaRPr>
          </a:p>
          <a:p>
            <a:pPr>
              <a:lnSpc>
                <a:spcPct val="100000"/>
              </a:lnSpc>
              <a:spcBef>
                <a:spcPts val="340"/>
              </a:spcBef>
              <a:spcAft>
                <a:spcPts val="142"/>
              </a:spcAft>
            </a:pPr>
            <a:r>
              <a:rPr lang="en-US" sz="1400" b="1" u="none" strike="noStrike">
                <a:solidFill>
                  <a:srgbClr val="000000"/>
                </a:solidFill>
                <a:effectLst/>
                <a:uFillTx/>
                <a:latin typeface="Arial"/>
                <a:ea typeface="Arial"/>
              </a:rPr>
              <a:t>Problem Statement : AI Interview Trainer Agent  </a:t>
            </a:r>
            <a:r>
              <a:rPr lang="en-US" sz="1400" b="0" u="none" strike="noStrike">
                <a:solidFill>
                  <a:srgbClr val="000000"/>
                </a:solidFill>
                <a:effectLst/>
                <a:uFillTx/>
                <a:latin typeface="Arial"/>
                <a:ea typeface="Arial"/>
              </a:rPr>
              <a:t> </a:t>
            </a: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The Challenge</a:t>
            </a:r>
            <a:r>
              <a:rPr lang="en-US" sz="1400" b="0" u="none" strike="noStrike">
                <a:solidFill>
                  <a:srgbClr val="000000"/>
                </a:solidFill>
                <a:effectLst/>
                <a:uFillTx/>
                <a:latin typeface="Arial"/>
                <a:ea typeface="Arial"/>
              </a:rPr>
              <a:t> </a:t>
            </a:r>
            <a:endParaRPr lang="en-IN"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Preparation for technical, behavioral, and HR interviews is often fragmented, static, and expensive. Candidates lack access to realistic, real-time mock interview practice that adapts to their specific experience level, domain, and target job role. Existing tools rely on generic question banks without providing structured feedback, actionable scoring, or domain-specific context, leaving job seekers unprepared for actual interview scenarios.</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The Objective</a:t>
            </a:r>
            <a:r>
              <a:rPr lang="en-US" sz="1400" b="0" u="none" strike="noStrike">
                <a:solidFill>
                  <a:srgbClr val="000000"/>
                </a:solidFill>
                <a:effectLst/>
                <a:uFillTx/>
                <a:latin typeface="Arial"/>
                <a:ea typeface="Arial"/>
              </a:rPr>
              <a:t> </a:t>
            </a:r>
            <a:endParaRPr lang="en-IN" sz="1400" b="0" u="none" strike="noStrike">
              <a:solidFill>
                <a:srgbClr val="000000"/>
              </a:solidFill>
              <a:effectLst/>
              <a:uFillTx/>
              <a:latin typeface="Arial"/>
            </a:endParaRPr>
          </a:p>
          <a:p>
            <a:pPr>
              <a:lnSpc>
                <a:spcPct val="100000"/>
              </a:lnSpc>
              <a:spcBef>
                <a:spcPts val="340"/>
              </a:spcBef>
              <a:spcAft>
                <a:spcPts val="142"/>
              </a:spcAft>
            </a:pPr>
            <a:r>
              <a:rPr lang="en-US" sz="1400" b="0" u="none" strike="noStrike">
                <a:solidFill>
                  <a:srgbClr val="000000"/>
                </a:solidFill>
                <a:effectLst/>
                <a:uFillTx/>
                <a:latin typeface="Arial"/>
                <a:ea typeface="Arial"/>
              </a:rPr>
              <a:t>Build an AI-powered Interview Trainer Agent on IBM watsonx Orchestrate and IBM Cloud that conducts personalized, interactive mock interviews and delivers actionable candidate evaluation. The solution should: </a:t>
            </a:r>
            <a:endParaRPr lang="en-IN" sz="1400" b="0" u="none" strike="noStrike">
              <a:solidFill>
                <a:srgbClr val="000000"/>
              </a:solidFill>
              <a:effectLst/>
              <a:uFillTx/>
              <a:latin typeface="Arial"/>
            </a:endParaRPr>
          </a:p>
          <a:p>
            <a:pPr marL="285840" indent="-285840">
              <a:lnSpc>
                <a:spcPct val="100000"/>
              </a:lnSpc>
              <a:spcBef>
                <a:spcPts val="340"/>
              </a:spcBef>
              <a:spcAft>
                <a:spcPts val="142"/>
              </a:spcAft>
              <a:buClr>
                <a:srgbClr val="000000"/>
              </a:buClr>
              <a:buFont typeface="Arial"/>
              <a:buChar char="•"/>
            </a:pPr>
            <a:r>
              <a:rPr lang="en-US" sz="1400" b="1" u="none" strike="noStrike">
                <a:solidFill>
                  <a:srgbClr val="000000"/>
                </a:solidFill>
                <a:effectLst/>
                <a:uFillTx/>
                <a:latin typeface="Arial"/>
                <a:ea typeface="Arial"/>
              </a:rPr>
              <a:t>Personalized Onboarding &amp; Adaptation</a:t>
            </a:r>
            <a:r>
              <a:rPr lang="en-US" sz="1400" b="0" u="none" strike="noStrike">
                <a:solidFill>
                  <a:srgbClr val="000000"/>
                </a:solidFill>
                <a:effectLst/>
                <a:uFillTx/>
                <a:latin typeface="Arial"/>
                <a:ea typeface="Arial"/>
              </a:rPr>
              <a:t> – Tailor question domain, difficulty, and context based on candidate experience, target role, and key skill sets (candidate_profile.py). </a:t>
            </a:r>
            <a:endParaRPr lang="en-IN" sz="1400" b="0" u="none" strike="noStrike">
              <a:solidFill>
                <a:srgbClr val="000000"/>
              </a:solidFill>
              <a:effectLst/>
              <a:uFillTx/>
              <a:latin typeface="Arial"/>
            </a:endParaRPr>
          </a:p>
          <a:p>
            <a:pPr marL="285840" indent="-285840">
              <a:lnSpc>
                <a:spcPct val="100000"/>
              </a:lnSpc>
              <a:spcBef>
                <a:spcPts val="340"/>
              </a:spcBef>
              <a:spcAft>
                <a:spcPts val="142"/>
              </a:spcAft>
              <a:buClr>
                <a:srgbClr val="000000"/>
              </a:buClr>
              <a:buFont typeface="Arial"/>
              <a:buChar char="•"/>
            </a:pPr>
            <a:r>
              <a:rPr lang="en-US" sz="1400" b="1" u="none" strike="noStrike">
                <a:solidFill>
                  <a:srgbClr val="000000"/>
                </a:solidFill>
                <a:effectLst/>
                <a:uFillTx/>
                <a:latin typeface="Arial"/>
                <a:ea typeface="Arial"/>
              </a:rPr>
              <a:t>Knowledge Base RAG Retrieva</a:t>
            </a:r>
            <a:r>
              <a:rPr lang="en-US" sz="1400" b="0" u="none" strike="noStrike">
                <a:solidFill>
                  <a:srgbClr val="000000"/>
                </a:solidFill>
                <a:effectLst/>
                <a:uFillTx/>
                <a:latin typeface="Arial"/>
                <a:ea typeface="Arial"/>
              </a:rPr>
              <a:t>l – Fetch real-world technical and behavioral questions and reference model answers from structured preparation materials (knowledge_base/rag_knowledge.py).  . </a:t>
            </a:r>
            <a:endParaRPr lang="en-IN" sz="1400" b="0" u="none" strike="noStrike">
              <a:solidFill>
                <a:srgbClr val="000000"/>
              </a:solidFill>
              <a:effectLst/>
              <a:uFillTx/>
              <a:latin typeface="Arial"/>
            </a:endParaRPr>
          </a:p>
          <a:p>
            <a:pPr marL="285840" indent="-285840">
              <a:lnSpc>
                <a:spcPct val="100000"/>
              </a:lnSpc>
              <a:spcBef>
                <a:spcPts val="340"/>
              </a:spcBef>
              <a:spcAft>
                <a:spcPts val="142"/>
              </a:spcAft>
              <a:buClr>
                <a:srgbClr val="000000"/>
              </a:buClr>
              <a:buFont typeface="Arial"/>
              <a:buChar char="•"/>
            </a:pPr>
            <a:r>
              <a:rPr lang="en-US" sz="1400" b="1" u="none" strike="noStrike">
                <a:solidFill>
                  <a:srgbClr val="000000"/>
                </a:solidFill>
                <a:effectLst/>
                <a:uFillTx/>
                <a:latin typeface="Arial"/>
                <a:ea typeface="Arial"/>
              </a:rPr>
              <a:t>Structured Evaluation &amp; Scoring</a:t>
            </a:r>
            <a:r>
              <a:rPr lang="en-US" sz="1400" b="0" u="none" strike="noStrike">
                <a:solidFill>
                  <a:srgbClr val="000000"/>
                </a:solidFill>
                <a:effectLst/>
                <a:uFillTx/>
                <a:latin typeface="Arial"/>
                <a:ea typeface="Arial"/>
              </a:rPr>
              <a:t> – Evaluate candidate answers on a 1–10 scale using Markdown evaluation tables, detailing strengths, missing concepts, and tips (prompt_templates.py). </a:t>
            </a:r>
            <a:endParaRPr lang="en-IN" sz="1400" b="0" u="none" strike="noStrike">
              <a:solidFill>
                <a:srgbClr val="000000"/>
              </a:solidFill>
              <a:effectLst/>
              <a:uFillTx/>
              <a:latin typeface="Arial"/>
            </a:endParaRPr>
          </a:p>
          <a:p>
            <a:pPr marL="285840" indent="-285840">
              <a:lnSpc>
                <a:spcPct val="100000"/>
              </a:lnSpc>
              <a:spcBef>
                <a:spcPts val="340"/>
              </a:spcBef>
              <a:spcAft>
                <a:spcPts val="142"/>
              </a:spcAft>
              <a:buClr>
                <a:srgbClr val="000000"/>
              </a:buClr>
              <a:buFont typeface="Arial"/>
              <a:buChar char="•"/>
            </a:pPr>
            <a:r>
              <a:rPr lang="en-US" sz="1400" b="1" u="none" strike="noStrike">
                <a:solidFill>
                  <a:srgbClr val="000000"/>
                </a:solidFill>
                <a:effectLst/>
                <a:uFillTx/>
                <a:latin typeface="Arial"/>
                <a:ea typeface="Arial"/>
              </a:rPr>
              <a:t>Multi-Component Architecture</a:t>
            </a:r>
            <a:r>
              <a:rPr lang="en-US" sz="1400" b="0" u="none" strike="noStrike">
                <a:solidFill>
                  <a:srgbClr val="000000"/>
                </a:solidFill>
                <a:effectLst/>
                <a:uFillTx/>
                <a:latin typeface="Arial"/>
                <a:ea typeface="Arial"/>
              </a:rPr>
              <a:t> –</a:t>
            </a:r>
            <a:endParaRPr lang="en-IN" sz="1400" b="0" u="none" strike="noStrike">
              <a:solidFill>
                <a:srgbClr val="000000"/>
              </a:solidFill>
              <a:effectLst/>
              <a:uFillTx/>
              <a:latin typeface="Arial"/>
            </a:endParaRPr>
          </a:p>
          <a:p>
            <a:pPr marL="285840" indent="-285840">
              <a:lnSpc>
                <a:spcPct val="100000"/>
              </a:lnSpc>
              <a:spcBef>
                <a:spcPts val="340"/>
              </a:spcBef>
              <a:spcAft>
                <a:spcPts val="142"/>
              </a:spcAft>
              <a:buClr>
                <a:srgbClr val="000000"/>
              </a:buClr>
              <a:buFont typeface="Arial"/>
              <a:buChar char="•"/>
            </a:pPr>
            <a:r>
              <a:rPr lang="en-US" sz="1400" b="0" u="none" strike="noStrike">
                <a:solidFill>
                  <a:srgbClr val="000000"/>
                </a:solidFill>
                <a:effectLst/>
                <a:uFillTx/>
                <a:latin typeface="Arial"/>
                <a:ea typeface="Arial"/>
              </a:rPr>
              <a:t>Candidate Profile Manager (onboarding and session state)</a:t>
            </a:r>
            <a:r>
              <a:rPr lang="en-US" sz="1400" b="0" u="none" strike="noStrike">
                <a:solidFill>
                  <a:srgbClr val="000000"/>
                </a:solidFill>
                <a:effectLst/>
                <a:uFillTx/>
                <a:latin typeface="Arial"/>
                <a:ea typeface="Arial"/>
              </a:rPr>
              <a:t>	</a:t>
            </a:r>
            <a:endParaRPr lang="en-IN" sz="1400" b="0" u="none" strike="noStrike">
              <a:solidFill>
                <a:srgbClr val="000000"/>
              </a:solidFill>
              <a:effectLst/>
              <a:uFillTx/>
              <a:latin typeface="Arial"/>
            </a:endParaRPr>
          </a:p>
          <a:p>
            <a:pPr marL="285840" indent="-285840">
              <a:lnSpc>
                <a:spcPct val="100000"/>
              </a:lnSpc>
              <a:spcBef>
                <a:spcPts val="340"/>
              </a:spcBef>
              <a:spcAft>
                <a:spcPts val="142"/>
              </a:spcAft>
              <a:buClr>
                <a:srgbClr val="000000"/>
              </a:buClr>
              <a:buFont typeface="Arial"/>
              <a:buChar char="•"/>
            </a:pPr>
            <a:r>
              <a:rPr lang="en-US" sz="1400" b="0" u="none" strike="noStrike">
                <a:solidFill>
                  <a:srgbClr val="000000"/>
                </a:solidFill>
                <a:effectLst/>
                <a:uFillTx/>
                <a:latin typeface="Arial"/>
                <a:ea typeface="Arial"/>
              </a:rPr>
              <a:t>Interview Engine (question selection and scoring logic)</a:t>
            </a:r>
            <a:endParaRPr lang="en-IN" sz="1400" b="0" u="none" strike="noStrike">
              <a:solidFill>
                <a:srgbClr val="000000"/>
              </a:solidFill>
              <a:effectLst/>
              <a:uFillTx/>
              <a:latin typeface="Arial"/>
            </a:endParaRPr>
          </a:p>
          <a:p>
            <a:pPr marL="285840" indent="-285840">
              <a:lnSpc>
                <a:spcPct val="100000"/>
              </a:lnSpc>
              <a:spcBef>
                <a:spcPts val="340"/>
              </a:spcBef>
              <a:spcAft>
                <a:spcPts val="142"/>
              </a:spcAft>
              <a:buClr>
                <a:srgbClr val="000000"/>
              </a:buClr>
              <a:buFont typeface="Arial"/>
              <a:buChar char="•"/>
            </a:pPr>
            <a:r>
              <a:rPr lang="en-US" sz="1400" b="0" u="none" strike="noStrike">
                <a:solidFill>
                  <a:srgbClr val="000000"/>
                </a:solidFill>
                <a:effectLst/>
                <a:uFillTx/>
                <a:latin typeface="Arial"/>
                <a:ea typeface="Arial"/>
              </a:rPr>
              <a:t>RAG Knowledge Base (domain-specific interview context)</a:t>
            </a:r>
            <a:endParaRPr lang="en-IN" sz="1400" b="0" u="none" strike="noStrike">
              <a:solidFill>
                <a:srgbClr val="000000"/>
              </a:solidFill>
              <a:effectLst/>
              <a:uFillTx/>
              <a:latin typeface="Arial"/>
            </a:endParaRPr>
          </a:p>
          <a:p>
            <a:pPr marL="285840" indent="-285840">
              <a:lnSpc>
                <a:spcPct val="100000"/>
              </a:lnSpc>
              <a:spcBef>
                <a:spcPts val="340"/>
              </a:spcBef>
              <a:spcAft>
                <a:spcPts val="142"/>
              </a:spcAft>
              <a:buClr>
                <a:srgbClr val="000000"/>
              </a:buClr>
              <a:buFont typeface="Arial"/>
              <a:buChar char="•"/>
            </a:pPr>
            <a:r>
              <a:rPr lang="en-US" sz="1400" b="0" u="none" strike="noStrike">
                <a:solidFill>
                  <a:srgbClr val="000000"/>
                </a:solidFill>
                <a:effectLst/>
                <a:uFillTx/>
                <a:latin typeface="Arial"/>
                <a:ea typeface="Arial"/>
              </a:rPr>
              <a:t>watsonx API Client (LLM communication and execution)s. </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p:txBody>
      </p:sp>
      <p:sp>
        <p:nvSpPr>
          <p:cNvPr id="65" name="TextBox 2"/>
          <p:cNvSpPr/>
          <p:nvPr/>
        </p:nvSpPr>
        <p:spPr>
          <a:xfrm>
            <a:off x="576000" y="704160"/>
            <a:ext cx="7214040" cy="4608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Problem Statement -</a:t>
            </a:r>
            <a:endParaRPr lang="en-IN"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TextBox 1"/>
          <p:cNvSpPr/>
          <p:nvPr/>
        </p:nvSpPr>
        <p:spPr>
          <a:xfrm>
            <a:off x="576000" y="1234440"/>
            <a:ext cx="10606320" cy="52995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Proposed Solution: AI-Powered Nutrition Agent</a:t>
            </a:r>
            <a:endParaRPr lang="en-IN" sz="1400" b="0" u="none" strike="noStrike">
              <a:solidFill>
                <a:srgbClr val="000000"/>
              </a:solidFill>
              <a:effectLst/>
              <a:uFillTx/>
              <a:latin typeface="Arial"/>
            </a:endParaRPr>
          </a:p>
          <a:p>
            <a:pPr>
              <a:lnSpc>
                <a:spcPct val="100000"/>
              </a:lnSpc>
              <a:spcBef>
                <a:spcPts val="57"/>
              </a:spcBef>
            </a:pPr>
            <a:r>
              <a:rPr lang="en-US" sz="1400" b="1" u="none" strike="noStrike">
                <a:solidFill>
                  <a:srgbClr val="000000"/>
                </a:solidFill>
                <a:effectLst/>
                <a:uFillTx/>
                <a:latin typeface="Arial"/>
                <a:ea typeface="Arial"/>
              </a:rPr>
              <a:t>Overview</a:t>
            </a:r>
            <a:endParaRPr lang="en-IN" sz="1400" b="0" u="none" strike="noStrike">
              <a:solidFill>
                <a:srgbClr val="000000"/>
              </a:solidFill>
              <a:effectLst/>
              <a:uFillTx/>
              <a:latin typeface="Arial"/>
            </a:endParaRPr>
          </a:p>
          <a:p>
            <a:pPr>
              <a:lnSpc>
                <a:spcPct val="100000"/>
              </a:lnSpc>
              <a:spcBef>
                <a:spcPts val="57"/>
              </a:spcBef>
            </a:pPr>
            <a:r>
              <a:rPr lang="en-US" sz="1400" b="0" u="none" strike="noStrike">
                <a:solidFill>
                  <a:srgbClr val="000000"/>
                </a:solidFill>
                <a:effectLst/>
                <a:uFillTx/>
                <a:latin typeface="Arial"/>
                <a:ea typeface="Arial"/>
              </a:rPr>
              <a:t>The proposed solution is an AI-powered Interview Trainer Agent built using IBM Bob, IBM watsonx Orchestrate, and watsonx.ai (Granite Models) to provide personalized, real-time mock interview coaching and answer evaluation. The system addresses challenges in interview preparation through a modular Python backend and intelligent agent orchestration.</a:t>
            </a:r>
            <a:endParaRPr lang="en-IN" sz="1400" b="0" u="none" strike="noStrike">
              <a:solidFill>
                <a:srgbClr val="000000"/>
              </a:solidFill>
              <a:effectLst/>
              <a:uFillTx/>
              <a:latin typeface="Arial"/>
            </a:endParaRPr>
          </a:p>
          <a:p>
            <a:pPr>
              <a:lnSpc>
                <a:spcPct val="100000"/>
              </a:lnSpc>
              <a:spcBef>
                <a:spcPts val="57"/>
              </a:spcBef>
            </a:pPr>
            <a:r>
              <a:rPr lang="en-US" sz="1400" b="1" u="none" strike="noStrike">
                <a:solidFill>
                  <a:srgbClr val="000000"/>
                </a:solidFill>
                <a:effectLst/>
                <a:uFillTx/>
                <a:latin typeface="Arial"/>
                <a:ea typeface="Arial"/>
              </a:rPr>
              <a:t>Core RAG Architecture</a:t>
            </a:r>
            <a:endParaRPr lang="en-IN" sz="1400" b="0" u="none" strike="noStrike">
              <a:solidFill>
                <a:srgbClr val="000000"/>
              </a:solidFill>
              <a:effectLst/>
              <a:uFillTx/>
              <a:latin typeface="Arial"/>
            </a:endParaRPr>
          </a:p>
          <a:p>
            <a:pPr>
              <a:lnSpc>
                <a:spcPct val="100000"/>
              </a:lnSpc>
              <a:spcBef>
                <a:spcPts val="57"/>
              </a:spcBef>
            </a:pPr>
            <a:r>
              <a:rPr lang="en-US" sz="1400" b="0" u="none" strike="noStrike">
                <a:solidFill>
                  <a:srgbClr val="000000"/>
                </a:solidFill>
                <a:effectLst/>
                <a:uFillTx/>
                <a:latin typeface="Arial"/>
                <a:ea typeface="Arial"/>
              </a:rPr>
              <a:t>At its core, the solution utilizes a Retrieval-Augmented Generation (RAG) pipeline (knowledge_base/rag_knowledge.py). It embeds and searches curated interview preparation materials, retrieving domain-specific technical and behavioral reference answers to ensure accurate, context-aware evaluations.</a:t>
            </a:r>
            <a:endParaRPr lang="en-IN" sz="1400" b="0" u="none" strike="noStrike">
              <a:solidFill>
                <a:srgbClr val="000000"/>
              </a:solidFill>
              <a:effectLst/>
              <a:uFillTx/>
              <a:latin typeface="Arial"/>
            </a:endParaRPr>
          </a:p>
          <a:p>
            <a:pPr>
              <a:lnSpc>
                <a:spcPct val="100000"/>
              </a:lnSpc>
              <a:spcBef>
                <a:spcPts val="57"/>
              </a:spcBef>
            </a:pPr>
            <a:r>
              <a:rPr lang="en-US" sz="1400" b="1" u="none" strike="noStrike">
                <a:solidFill>
                  <a:srgbClr val="000000"/>
                </a:solidFill>
                <a:effectLst/>
                <a:uFillTx/>
                <a:latin typeface="Arial"/>
                <a:ea typeface="Arial"/>
              </a:rPr>
              <a:t>System Architecture &amp; Key Modules:</a:t>
            </a:r>
            <a:endParaRPr lang="en-IN" sz="1400" b="0" u="none" strike="noStrike">
              <a:solidFill>
                <a:srgbClr val="000000"/>
              </a:solidFill>
              <a:effectLst/>
              <a:uFillTx/>
              <a:latin typeface="Arial"/>
            </a:endParaRPr>
          </a:p>
          <a:p>
            <a:pPr marL="216000" indent="-216000">
              <a:lnSpc>
                <a:spcPct val="100000"/>
              </a:lnSpc>
              <a:spcBef>
                <a:spcPts val="57"/>
              </a:spcBef>
              <a:buClr>
                <a:srgbClr val="000000"/>
              </a:buClr>
              <a:buSzPct val="75000"/>
              <a:buFont typeface="Arial"/>
              <a:buChar char="●"/>
            </a:pPr>
            <a:r>
              <a:rPr lang="en-US" sz="1400" b="0" u="none" strike="noStrike">
                <a:solidFill>
                  <a:srgbClr val="000000"/>
                </a:solidFill>
                <a:effectLst/>
                <a:uFillTx/>
                <a:latin typeface="Arial"/>
                <a:ea typeface="Arial"/>
              </a:rPr>
              <a:t>Candidate Profile Manager (candidate_profile.py) – Collects and manages candidate experience levels, target roles, and key skills to dynamically tailor question difficulty.</a:t>
            </a:r>
            <a:endParaRPr lang="en-IN" sz="1400" b="0" u="none" strike="noStrike">
              <a:solidFill>
                <a:srgbClr val="000000"/>
              </a:solidFill>
              <a:effectLst/>
              <a:uFillTx/>
              <a:latin typeface="Arial"/>
            </a:endParaRPr>
          </a:p>
          <a:p>
            <a:pPr marL="216000" indent="-216000">
              <a:lnSpc>
                <a:spcPct val="100000"/>
              </a:lnSpc>
              <a:spcBef>
                <a:spcPts val="57"/>
              </a:spcBef>
              <a:buClr>
                <a:srgbClr val="000000"/>
              </a:buClr>
              <a:buSzPct val="75000"/>
              <a:buFont typeface="Arial"/>
              <a:buChar char="●"/>
            </a:pPr>
            <a:r>
              <a:rPr lang="en-US" sz="1400" b="0" u="none" strike="noStrike">
                <a:solidFill>
                  <a:srgbClr val="000000"/>
                </a:solidFill>
                <a:effectLst/>
                <a:uFillTx/>
                <a:latin typeface="Arial"/>
                <a:ea typeface="Arial"/>
              </a:rPr>
              <a:t>Interview Engine (interview_engine.py) – Directs session flow, manages one-question-at-a-time interactions, and handles session controls (skip, quit).</a:t>
            </a:r>
            <a:endParaRPr lang="en-IN" sz="1400" b="0" u="none" strike="noStrike">
              <a:solidFill>
                <a:srgbClr val="000000"/>
              </a:solidFill>
              <a:effectLst/>
              <a:uFillTx/>
              <a:latin typeface="Arial"/>
            </a:endParaRPr>
          </a:p>
          <a:p>
            <a:pPr marL="216000" indent="-216000">
              <a:lnSpc>
                <a:spcPct val="100000"/>
              </a:lnSpc>
              <a:spcBef>
                <a:spcPts val="57"/>
              </a:spcBef>
              <a:buClr>
                <a:srgbClr val="000000"/>
              </a:buClr>
              <a:buSzPct val="75000"/>
              <a:buFont typeface="Arial"/>
              <a:buChar char="●"/>
            </a:pPr>
            <a:r>
              <a:rPr lang="en-US" sz="1400" b="0" u="none" strike="noStrike">
                <a:solidFill>
                  <a:srgbClr val="000000"/>
                </a:solidFill>
                <a:effectLst/>
                <a:uFillTx/>
                <a:latin typeface="Arial"/>
                <a:ea typeface="Arial"/>
              </a:rPr>
              <a:t>Evaluation &amp; Scoring Module (prompt_templates.py) – Generates structured Markdown feedback tables scoring candidate answers on a 1–10 scale, detailing key strengths, missing gaps, and actionable improvement tips.</a:t>
            </a:r>
            <a:endParaRPr lang="en-IN" sz="1400" b="0" u="none" strike="noStrike">
              <a:solidFill>
                <a:srgbClr val="000000"/>
              </a:solidFill>
              <a:effectLst/>
              <a:uFillTx/>
              <a:latin typeface="Arial"/>
            </a:endParaRPr>
          </a:p>
          <a:p>
            <a:pPr marL="216000" indent="-216000">
              <a:lnSpc>
                <a:spcPct val="100000"/>
              </a:lnSpc>
              <a:spcBef>
                <a:spcPts val="57"/>
              </a:spcBef>
              <a:buClr>
                <a:srgbClr val="000000"/>
              </a:buClr>
              <a:buSzPct val="75000"/>
              <a:buFont typeface="Arial"/>
              <a:buChar char="●"/>
            </a:pPr>
            <a:r>
              <a:rPr lang="en-US" sz="1400" b="0" u="none" strike="noStrike">
                <a:solidFill>
                  <a:srgbClr val="000000"/>
                </a:solidFill>
                <a:effectLst/>
                <a:uFillTx/>
                <a:latin typeface="Arial"/>
                <a:ea typeface="Arial"/>
              </a:rPr>
              <a:t>watsonx API Client (watsonx_client.py) – Connects the backend engine directly to IBM watsonx services for seamless model execution.</a:t>
            </a:r>
            <a:endParaRPr lang="en-IN" sz="1400" b="0" u="none" strike="noStrike">
              <a:solidFill>
                <a:srgbClr val="000000"/>
              </a:solidFill>
              <a:effectLst/>
              <a:uFillTx/>
              <a:latin typeface="Arial"/>
            </a:endParaRPr>
          </a:p>
          <a:p>
            <a:pPr>
              <a:lnSpc>
                <a:spcPct val="100000"/>
              </a:lnSpc>
              <a:spcBef>
                <a:spcPts val="57"/>
              </a:spcBef>
            </a:pPr>
            <a:r>
              <a:rPr lang="en-US" sz="1400" b="1" u="none" strike="noStrike">
                <a:solidFill>
                  <a:srgbClr val="000000"/>
                </a:solidFill>
                <a:effectLst/>
                <a:uFillTx/>
                <a:latin typeface="Arial"/>
                <a:ea typeface="Arial"/>
              </a:rPr>
              <a:t>Platform Integration</a:t>
            </a:r>
            <a:endParaRPr lang="en-IN" sz="1400" b="0" u="none" strike="noStrike">
              <a:solidFill>
                <a:srgbClr val="000000"/>
              </a:solidFill>
              <a:effectLst/>
              <a:uFillTx/>
              <a:latin typeface="Arial"/>
            </a:endParaRPr>
          </a:p>
          <a:p>
            <a:pPr>
              <a:lnSpc>
                <a:spcPct val="100000"/>
              </a:lnSpc>
              <a:spcBef>
                <a:spcPts val="57"/>
              </a:spcBef>
            </a:pPr>
            <a:r>
              <a:rPr lang="en-US" sz="1400" b="0" u="none" strike="noStrike">
                <a:solidFill>
                  <a:srgbClr val="000000"/>
                </a:solidFill>
                <a:effectLst/>
                <a:uFillTx/>
                <a:latin typeface="Arial"/>
                <a:ea typeface="Arial"/>
              </a:rPr>
              <a:t>IBM Bob was used as the primary development platform to build, test, and package the codebase, while IBM watsonx Orchestrate and watsonx.ai power the underlying LLM reasoning, retrieval, and conversation workflows.</a:t>
            </a:r>
            <a:endParaRPr lang="en-IN" sz="1400" b="0" u="none" strike="noStrike">
              <a:solidFill>
                <a:srgbClr val="000000"/>
              </a:solidFill>
              <a:effectLst/>
              <a:uFillTx/>
              <a:latin typeface="Arial"/>
            </a:endParaRPr>
          </a:p>
          <a:p>
            <a:pPr>
              <a:lnSpc>
                <a:spcPct val="100000"/>
              </a:lnSpc>
              <a:spcBef>
                <a:spcPts val="57"/>
              </a:spcBef>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p:txBody>
      </p:sp>
      <p:sp>
        <p:nvSpPr>
          <p:cNvPr id="67" name="TextBox 2"/>
          <p:cNvSpPr/>
          <p:nvPr/>
        </p:nvSpPr>
        <p:spPr>
          <a:xfrm>
            <a:off x="576000" y="704160"/>
            <a:ext cx="7214040" cy="4608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Proposed Solution -</a:t>
            </a:r>
            <a:endParaRPr lang="en-IN"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TextBox 1"/>
          <p:cNvSpPr/>
          <p:nvPr/>
        </p:nvSpPr>
        <p:spPr>
          <a:xfrm>
            <a:off x="777240" y="484560"/>
            <a:ext cx="7122600" cy="4608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Technology Used</a:t>
            </a:r>
            <a:endParaRPr lang="en-IN" sz="2400" b="0" u="none" strike="noStrike">
              <a:solidFill>
                <a:srgbClr val="000000"/>
              </a:solidFill>
              <a:effectLst/>
              <a:uFillTx/>
              <a:latin typeface="Arial"/>
            </a:endParaRPr>
          </a:p>
        </p:txBody>
      </p:sp>
      <p:sp>
        <p:nvSpPr>
          <p:cNvPr id="69" name="TextBox 2"/>
          <p:cNvSpPr/>
          <p:nvPr/>
        </p:nvSpPr>
        <p:spPr>
          <a:xfrm>
            <a:off x="777240" y="1080000"/>
            <a:ext cx="10514880" cy="6143400"/>
          </a:xfrm>
          <a:prstGeom prst="rect">
            <a:avLst/>
          </a:prstGeom>
          <a:noFill/>
          <a:ln w="0">
            <a:noFill/>
          </a:ln>
        </p:spPr>
        <p:style>
          <a:lnRef idx="0"/>
          <a:fillRef idx="0"/>
          <a:effectRef idx="0"/>
          <a:fontRef idx="minor"/>
        </p:style>
        <p:txBody>
          <a:bodyPr lIns="90000" tIns="45000" rIns="90000" bIns="45000" anchor="t">
            <a:spAutoFit/>
          </a:bodyPr>
          <a:p>
            <a:pPr marL="285840" indent="-285840">
              <a:lnSpc>
                <a:spcPct val="100000"/>
              </a:lnSpc>
              <a:spcBef>
                <a:spcPts val="1191"/>
              </a:spcBef>
              <a:spcAft>
                <a:spcPts val="992"/>
              </a:spcAft>
              <a:buClr>
                <a:srgbClr val="000000"/>
              </a:buClr>
              <a:buFont typeface="Arial"/>
              <a:buChar char="•"/>
            </a:pPr>
            <a:r>
              <a:rPr lang="en-US" sz="1800" b="1" u="none" strike="noStrike">
                <a:solidFill>
                  <a:srgbClr val="000000"/>
                </a:solidFill>
                <a:effectLst/>
                <a:uFillTx/>
                <a:latin typeface="Arial"/>
                <a:ea typeface="Arial"/>
              </a:rPr>
              <a:t>IBM Bob platform </a:t>
            </a:r>
            <a:r>
              <a:rPr lang="en-US" sz="1800" b="0" u="none" strike="noStrike">
                <a:solidFill>
                  <a:srgbClr val="000000"/>
                </a:solidFill>
                <a:effectLst/>
                <a:uFillTx/>
                <a:latin typeface="Arial"/>
                <a:ea typeface="Arial"/>
              </a:rPr>
              <a:t>- Used as the primary cloud development environment for coding, testing, and orchestrating agent components. </a:t>
            </a:r>
            <a:endParaRPr lang="en-IN" sz="1800" b="0" u="none" strike="noStrike">
              <a:solidFill>
                <a:srgbClr val="000000"/>
              </a:solidFill>
              <a:effectLst/>
              <a:uFillTx/>
              <a:latin typeface="Arial"/>
            </a:endParaRPr>
          </a:p>
          <a:p>
            <a:pPr marL="285840" indent="-285840">
              <a:lnSpc>
                <a:spcPct val="100000"/>
              </a:lnSpc>
              <a:spcBef>
                <a:spcPts val="1191"/>
              </a:spcBef>
              <a:spcAft>
                <a:spcPts val="992"/>
              </a:spcAft>
              <a:buClr>
                <a:srgbClr val="000000"/>
              </a:buClr>
              <a:buFont typeface="Arial"/>
              <a:buChar char="•"/>
            </a:pPr>
            <a:r>
              <a:rPr lang="en-US" sz="1800" b="1" u="none" strike="noStrike">
                <a:solidFill>
                  <a:srgbClr val="000000"/>
                </a:solidFill>
                <a:effectLst/>
                <a:uFillTx/>
                <a:latin typeface="Arial"/>
                <a:ea typeface="Arial"/>
              </a:rPr>
              <a:t>watsonx Orchestrate Native Foundation Model (watsonx Orchestrate Frontier / Ilama-3.3-70b)    </a:t>
            </a:r>
            <a:r>
              <a:rPr lang="en-US" sz="1800" b="0" u="none" strike="noStrike">
                <a:solidFill>
                  <a:srgbClr val="000000"/>
                </a:solidFill>
                <a:effectLst/>
                <a:uFillTx/>
                <a:latin typeface="Arial"/>
                <a:ea typeface="Arial"/>
              </a:rPr>
              <a:t>-  Powers natural language understanding, dynamic question generation, and structured answer scoring. </a:t>
            </a:r>
            <a:endParaRPr lang="en-IN" sz="1800" b="0" u="none" strike="noStrike">
              <a:solidFill>
                <a:srgbClr val="000000"/>
              </a:solidFill>
              <a:effectLst/>
              <a:uFillTx/>
              <a:latin typeface="Arial"/>
            </a:endParaRPr>
          </a:p>
          <a:p>
            <a:pPr marL="285840" indent="-285840">
              <a:lnSpc>
                <a:spcPct val="100000"/>
              </a:lnSpc>
              <a:spcBef>
                <a:spcPts val="1191"/>
              </a:spcBef>
              <a:spcAft>
                <a:spcPts val="992"/>
              </a:spcAft>
              <a:buClr>
                <a:srgbClr val="000000"/>
              </a:buClr>
              <a:buFont typeface="Arial"/>
              <a:buChar char="•"/>
            </a:pPr>
            <a:r>
              <a:rPr lang="en-US" sz="1800" b="1" u="none" strike="noStrike">
                <a:solidFill>
                  <a:srgbClr val="000000"/>
                </a:solidFill>
                <a:effectLst/>
                <a:uFillTx/>
                <a:latin typeface="Arial"/>
                <a:ea typeface="Arial"/>
              </a:rPr>
              <a:t>IBM watsonx Orchestrate  </a:t>
            </a:r>
            <a:r>
              <a:rPr lang="en-US" sz="1800" b="0" u="none" strike="noStrike">
                <a:solidFill>
                  <a:srgbClr val="000000"/>
                </a:solidFill>
                <a:effectLst/>
                <a:uFillTx/>
                <a:latin typeface="Arial"/>
                <a:ea typeface="Arial"/>
              </a:rPr>
              <a:t>– Serves as the primary platform runtime for hosting, configuring, and executing the Interview_Trainer_Agent. </a:t>
            </a:r>
            <a:endParaRPr lang="en-IN" sz="1800" b="0" u="none" strike="noStrike">
              <a:solidFill>
                <a:srgbClr val="000000"/>
              </a:solidFill>
              <a:effectLst/>
              <a:uFillTx/>
              <a:latin typeface="Arial"/>
            </a:endParaRPr>
          </a:p>
          <a:p>
            <a:pPr marL="285840" indent="-285840">
              <a:lnSpc>
                <a:spcPct val="100000"/>
              </a:lnSpc>
              <a:spcBef>
                <a:spcPts val="1191"/>
              </a:spcBef>
              <a:spcAft>
                <a:spcPts val="992"/>
              </a:spcAft>
              <a:buClr>
                <a:srgbClr val="000000"/>
              </a:buClr>
              <a:buFont typeface="Arial"/>
              <a:buChar char="•"/>
            </a:pPr>
            <a:r>
              <a:rPr lang="en-US" sz="1800" b="1" u="none" strike="noStrike">
                <a:solidFill>
                  <a:srgbClr val="000000"/>
                </a:solidFill>
                <a:effectLst/>
                <a:uFillTx/>
                <a:latin typeface="Arial"/>
                <a:ea typeface="Arial"/>
              </a:rPr>
              <a:t>IBM Cloud – </a:t>
            </a:r>
            <a:r>
              <a:rPr lang="en-US" sz="1800" b="0" u="none" strike="noStrike">
                <a:solidFill>
                  <a:srgbClr val="000000"/>
                </a:solidFill>
                <a:effectLst/>
                <a:uFillTx/>
                <a:latin typeface="Arial"/>
                <a:ea typeface="Arial"/>
              </a:rPr>
              <a:t>Provides enterprise cloud hosting, authentication, key management, and API access for project resources. </a:t>
            </a:r>
            <a:endParaRPr lang="en-IN" sz="1800" b="0" u="none" strike="noStrike">
              <a:solidFill>
                <a:srgbClr val="000000"/>
              </a:solidFill>
              <a:effectLst/>
              <a:uFillTx/>
              <a:latin typeface="Arial"/>
            </a:endParaRPr>
          </a:p>
          <a:p>
            <a:pPr marL="285840" indent="-285840">
              <a:lnSpc>
                <a:spcPct val="100000"/>
              </a:lnSpc>
              <a:spcBef>
                <a:spcPts val="1191"/>
              </a:spcBef>
              <a:spcAft>
                <a:spcPts val="992"/>
              </a:spcAft>
              <a:buClr>
                <a:srgbClr val="000000"/>
              </a:buClr>
              <a:buFont typeface="Arial"/>
              <a:buChar char="•"/>
            </a:pPr>
            <a:r>
              <a:rPr lang="en-US" sz="1800" b="1" u="none" strike="noStrike">
                <a:solidFill>
                  <a:srgbClr val="000000"/>
                </a:solidFill>
                <a:effectLst/>
                <a:uFillTx/>
                <a:latin typeface="Arial"/>
                <a:ea typeface="Arial"/>
              </a:rPr>
              <a:t>Retrieval-Augmented Generation (RAG)  - </a:t>
            </a:r>
            <a:r>
              <a:rPr lang="en-US" sz="1800" b="0" u="none" strike="noStrike">
                <a:solidFill>
                  <a:srgbClr val="000000"/>
                </a:solidFill>
                <a:effectLst/>
                <a:uFillTx/>
                <a:latin typeface="Arial"/>
                <a:ea typeface="Arial"/>
              </a:rPr>
              <a:t>Pulls reference answers and domain-specific context from curated interview study materials (knowledge_base/rag_knowledge.py). </a:t>
            </a:r>
            <a:endParaRPr lang="en-IN" sz="1800" b="0" u="none" strike="noStrike">
              <a:solidFill>
                <a:srgbClr val="000000"/>
              </a:solidFill>
              <a:effectLst/>
              <a:uFillTx/>
              <a:latin typeface="Arial"/>
            </a:endParaRPr>
          </a:p>
          <a:p>
            <a:pPr marL="285840" indent="-285840">
              <a:lnSpc>
                <a:spcPct val="100000"/>
              </a:lnSpc>
              <a:spcBef>
                <a:spcPts val="1191"/>
              </a:spcBef>
              <a:spcAft>
                <a:spcPts val="992"/>
              </a:spcAft>
              <a:buClr>
                <a:srgbClr val="000000"/>
              </a:buClr>
              <a:buFont typeface="Arial"/>
              <a:buChar char="•"/>
            </a:pPr>
            <a:r>
              <a:rPr lang="en-IN" sz="1800" b="1" u="none" strike="noStrike">
                <a:solidFill>
                  <a:srgbClr val="000000"/>
                </a:solidFill>
                <a:effectLst/>
                <a:uFillTx/>
                <a:latin typeface="Arial"/>
                <a:ea typeface="Arial"/>
              </a:rPr>
              <a:t>Python 3.12 Engine</a:t>
            </a:r>
            <a:r>
              <a:rPr lang="en-IN" sz="1800" b="0" u="none" strike="noStrike">
                <a:solidFill>
                  <a:srgbClr val="000000"/>
                </a:solidFill>
                <a:effectLst/>
                <a:uFillTx/>
                <a:latin typeface="Arial"/>
                <a:ea typeface="Arial"/>
              </a:rPr>
              <a:t> – Custom orchestration logic (candidate_profile.py, interview_engine.py, prompt_templates.py, watsonx_client.py) controlling candidate onboarding, scoring rubrics, and session state. </a:t>
            </a:r>
            <a:endParaRPr lang="en-IN" sz="1800" b="0" u="none" strike="noStrike">
              <a:solidFill>
                <a:srgbClr val="000000"/>
              </a:solidFill>
              <a:effectLst/>
              <a:uFillTx/>
              <a:latin typeface="Arial"/>
            </a:endParaRPr>
          </a:p>
          <a:p>
            <a:pPr>
              <a:lnSpc>
                <a:spcPct val="100000"/>
              </a:lnSpc>
            </a:pPr>
            <a:endParaRPr lang="en-IN" sz="18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Google Shape;135;p5"/>
          <p:cNvSpPr/>
          <p:nvPr/>
        </p:nvSpPr>
        <p:spPr>
          <a:xfrm>
            <a:off x="537480" y="323280"/>
            <a:ext cx="5908320" cy="44784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2400" b="1" u="none" strike="noStrike">
                <a:solidFill>
                  <a:srgbClr val="000000"/>
                </a:solidFill>
                <a:effectLst/>
                <a:uFillTx/>
                <a:latin typeface="Arial"/>
                <a:ea typeface="Arial"/>
              </a:rPr>
              <a:t>Required Files created using IBM bob -</a:t>
            </a:r>
            <a:endParaRPr lang="en-IN" sz="2400" b="0" u="none" strike="noStrike">
              <a:solidFill>
                <a:srgbClr val="000000"/>
              </a:solidFill>
              <a:effectLst/>
              <a:uFillTx/>
              <a:latin typeface="Arial"/>
            </a:endParaRPr>
          </a:p>
        </p:txBody>
      </p:sp>
      <p:sp>
        <p:nvSpPr>
          <p:cNvPr id="71" name="Google Shape;148;p5"/>
          <p:cNvSpPr/>
          <p:nvPr/>
        </p:nvSpPr>
        <p:spPr>
          <a:xfrm>
            <a:off x="2264400" y="6784560"/>
            <a:ext cx="2140200" cy="223560"/>
          </a:xfrm>
          <a:prstGeom prst="rect">
            <a:avLst/>
          </a:prstGeom>
          <a:noFill/>
          <a:ln w="0">
            <a:noFill/>
          </a:ln>
        </p:spPr>
        <p:style>
          <a:lnRef idx="0"/>
          <a:fillRef idx="0"/>
          <a:effectRef idx="0"/>
          <a:fontRef idx="minor"/>
        </p:style>
        <p:txBody>
          <a:bodyPr lIns="0" tIns="0" rIns="0" bIns="0" anchor="t">
            <a:noAutofit/>
          </a:bodyPr>
          <a:p>
            <a:endParaRPr lang="en-IN" sz="1600" b="0" u="none" strike="noStrike">
              <a:solidFill>
                <a:srgbClr val="000000"/>
              </a:solidFill>
              <a:effectLst/>
              <a:uFillTx/>
              <a:latin typeface="Times New Roman"/>
            </a:endParaRPr>
          </a:p>
        </p:txBody>
      </p:sp>
      <p:sp>
        <p:nvSpPr>
          <p:cNvPr id="72" name="Google Shape;149;p5"/>
          <p:cNvSpPr/>
          <p:nvPr/>
        </p:nvSpPr>
        <p:spPr>
          <a:xfrm>
            <a:off x="1782720" y="7100280"/>
            <a:ext cx="3103560" cy="731160"/>
          </a:xfrm>
          <a:prstGeom prst="rect">
            <a:avLst/>
          </a:prstGeom>
          <a:noFill/>
          <a:ln w="0">
            <a:noFill/>
          </a:ln>
        </p:spPr>
        <p:style>
          <a:lnRef idx="0"/>
          <a:fillRef idx="0"/>
          <a:effectRef idx="0"/>
          <a:fontRef idx="minor"/>
        </p:style>
        <p:txBody>
          <a:bodyPr lIns="0" tIns="0" rIns="0" bIns="0" anchor="t">
            <a:noAutofit/>
          </a:bodyPr>
          <a:p>
            <a:endParaRPr lang="en-IN" sz="1600" b="0" u="none" strike="noStrike">
              <a:solidFill>
                <a:srgbClr val="000000"/>
              </a:solidFill>
              <a:effectLst/>
              <a:uFillTx/>
              <a:latin typeface="Times New Roman"/>
            </a:endParaRPr>
          </a:p>
        </p:txBody>
      </p:sp>
      <p:sp>
        <p:nvSpPr>
          <p:cNvPr id="73" name="Google Shape;150;p5"/>
          <p:cNvSpPr/>
          <p:nvPr/>
        </p:nvSpPr>
        <p:spPr>
          <a:xfrm>
            <a:off x="5732280" y="6784560"/>
            <a:ext cx="1793160" cy="223560"/>
          </a:xfrm>
          <a:prstGeom prst="rect">
            <a:avLst/>
          </a:prstGeom>
          <a:noFill/>
          <a:ln w="0">
            <a:noFill/>
          </a:ln>
        </p:spPr>
        <p:style>
          <a:lnRef idx="0"/>
          <a:fillRef idx="0"/>
          <a:effectRef idx="0"/>
          <a:fontRef idx="minor"/>
        </p:style>
        <p:txBody>
          <a:bodyPr lIns="0" tIns="0" rIns="0" bIns="0" anchor="t">
            <a:noAutofit/>
          </a:bodyPr>
          <a:p>
            <a:endParaRPr lang="en-IN" sz="1600" b="0" u="none" strike="noStrike">
              <a:solidFill>
                <a:srgbClr val="000000"/>
              </a:solidFill>
              <a:effectLst/>
              <a:uFillTx/>
              <a:latin typeface="Times New Roman"/>
            </a:endParaRPr>
          </a:p>
        </p:txBody>
      </p:sp>
      <p:sp>
        <p:nvSpPr>
          <p:cNvPr id="74" name="Google Shape;151;p5"/>
          <p:cNvSpPr/>
          <p:nvPr/>
        </p:nvSpPr>
        <p:spPr>
          <a:xfrm>
            <a:off x="5077440" y="7100280"/>
            <a:ext cx="3103560" cy="731160"/>
          </a:xfrm>
          <a:prstGeom prst="rect">
            <a:avLst/>
          </a:prstGeom>
          <a:noFill/>
          <a:ln w="0">
            <a:noFill/>
          </a:ln>
        </p:spPr>
        <p:style>
          <a:lnRef idx="0"/>
          <a:fillRef idx="0"/>
          <a:effectRef idx="0"/>
          <a:fontRef idx="minor"/>
        </p:style>
        <p:txBody>
          <a:bodyPr lIns="0" tIns="0" rIns="0" bIns="0" anchor="t">
            <a:noAutofit/>
          </a:bodyPr>
          <a:p>
            <a:endParaRPr lang="en-IN" sz="1600" b="0" u="none" strike="noStrike">
              <a:solidFill>
                <a:srgbClr val="000000"/>
              </a:solidFill>
              <a:effectLst/>
              <a:uFillTx/>
              <a:latin typeface="Times New Roman"/>
            </a:endParaRPr>
          </a:p>
        </p:txBody>
      </p:sp>
      <p:sp>
        <p:nvSpPr>
          <p:cNvPr id="75" name="Google Shape;152;p5"/>
          <p:cNvSpPr/>
          <p:nvPr/>
        </p:nvSpPr>
        <p:spPr>
          <a:xfrm>
            <a:off x="9027000" y="6784560"/>
            <a:ext cx="1793160" cy="223560"/>
          </a:xfrm>
          <a:prstGeom prst="rect">
            <a:avLst/>
          </a:prstGeom>
          <a:noFill/>
          <a:ln w="0">
            <a:noFill/>
          </a:ln>
        </p:spPr>
        <p:style>
          <a:lnRef idx="0"/>
          <a:fillRef idx="0"/>
          <a:effectRef idx="0"/>
          <a:fontRef idx="minor"/>
        </p:style>
        <p:txBody>
          <a:bodyPr lIns="0" tIns="0" rIns="0" bIns="0" anchor="t">
            <a:noAutofit/>
          </a:bodyPr>
          <a:p>
            <a:endParaRPr lang="en-IN" sz="1600" b="0" u="none" strike="noStrike">
              <a:solidFill>
                <a:srgbClr val="000000"/>
              </a:solidFill>
              <a:effectLst/>
              <a:uFillTx/>
              <a:latin typeface="Times New Roman"/>
            </a:endParaRPr>
          </a:p>
        </p:txBody>
      </p:sp>
      <p:sp>
        <p:nvSpPr>
          <p:cNvPr id="76" name="Google Shape;153;p5"/>
          <p:cNvSpPr/>
          <p:nvPr/>
        </p:nvSpPr>
        <p:spPr>
          <a:xfrm>
            <a:off x="8372160" y="7100280"/>
            <a:ext cx="3103560" cy="731160"/>
          </a:xfrm>
          <a:prstGeom prst="rect">
            <a:avLst/>
          </a:prstGeom>
          <a:noFill/>
          <a:ln w="0">
            <a:noFill/>
          </a:ln>
        </p:spPr>
        <p:style>
          <a:lnRef idx="0"/>
          <a:fillRef idx="0"/>
          <a:effectRef idx="0"/>
          <a:fontRef idx="minor"/>
        </p:style>
        <p:txBody>
          <a:bodyPr lIns="0" tIns="0" rIns="0" bIns="0" anchor="t">
            <a:noAutofit/>
          </a:bodyPr>
          <a:p>
            <a:endParaRPr lang="en-IN" sz="1600" b="0" u="none" strike="noStrike">
              <a:solidFill>
                <a:srgbClr val="000000"/>
              </a:solidFill>
              <a:effectLst/>
              <a:uFillTx/>
              <a:latin typeface="Times New Roman"/>
            </a:endParaRPr>
          </a:p>
        </p:txBody>
      </p:sp>
      <p:sp>
        <p:nvSpPr>
          <p:cNvPr id="77" name="TextBox 1"/>
          <p:cNvSpPr/>
          <p:nvPr/>
        </p:nvSpPr>
        <p:spPr>
          <a:xfrm>
            <a:off x="474840" y="863280"/>
            <a:ext cx="8823240" cy="7319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endParaRPr lang="en-IN" sz="1400" b="0" u="none" strike="noStrike">
              <a:solidFill>
                <a:srgbClr val="000000"/>
              </a:solidFill>
              <a:effectLst/>
              <a:uFillTx/>
              <a:latin typeface="Arial"/>
            </a:endParaRPr>
          </a:p>
          <a:p>
            <a:pPr marL="343080" indent="-343080">
              <a:lnSpc>
                <a:spcPct val="100000"/>
              </a:lnSpc>
              <a:spcBef>
                <a:spcPts val="340"/>
              </a:spcBef>
              <a:spcAft>
                <a:spcPts val="142"/>
              </a:spcAft>
              <a:buClr>
                <a:srgbClr val="000000"/>
              </a:buClr>
              <a:buFont typeface="Arial"/>
              <a:buAutoNum type="arabicPeriod"/>
            </a:pPr>
            <a:r>
              <a:rPr lang="en-US" sz="1800" b="0" u="none" strike="noStrike">
                <a:solidFill>
                  <a:srgbClr val="000000"/>
                </a:solidFill>
                <a:effectLst/>
                <a:uFillTx/>
                <a:latin typeface="Arial"/>
                <a:ea typeface="Arial"/>
              </a:rPr>
              <a:t>candidate_profile.py – Manages candidate onboarding information, domain selection, and interview session state.</a:t>
            </a:r>
            <a:endParaRPr lang="en-IN" sz="1800" b="0" u="none" strike="noStrike">
              <a:solidFill>
                <a:srgbClr val="000000"/>
              </a:solidFill>
              <a:effectLst/>
              <a:uFillTx/>
              <a:latin typeface="Arial"/>
            </a:endParaRPr>
          </a:p>
          <a:p>
            <a:pPr marL="343080" indent="-343080">
              <a:lnSpc>
                <a:spcPct val="100000"/>
              </a:lnSpc>
              <a:spcBef>
                <a:spcPts val="340"/>
              </a:spcBef>
              <a:spcAft>
                <a:spcPts val="142"/>
              </a:spcAft>
              <a:buClr>
                <a:srgbClr val="000000"/>
              </a:buClr>
              <a:buFont typeface="Arial"/>
              <a:buAutoNum type="arabicPeriod"/>
            </a:pPr>
            <a:r>
              <a:rPr lang="en-US" sz="1800" b="0" u="none" strike="noStrike">
                <a:solidFill>
                  <a:srgbClr val="000000"/>
                </a:solidFill>
                <a:effectLst/>
                <a:uFillTx/>
                <a:latin typeface="Arial"/>
                <a:ea typeface="Arial"/>
              </a:rPr>
              <a:t>interview_engine.py – Core engine controlling question selection, answer scoring, and feedback evaluation logic.</a:t>
            </a:r>
            <a:endParaRPr lang="en-IN" sz="1800" b="0" u="none" strike="noStrike">
              <a:solidFill>
                <a:srgbClr val="000000"/>
              </a:solidFill>
              <a:effectLst/>
              <a:uFillTx/>
              <a:latin typeface="Arial"/>
            </a:endParaRPr>
          </a:p>
          <a:p>
            <a:pPr marL="343080" indent="-343080">
              <a:lnSpc>
                <a:spcPct val="100000"/>
              </a:lnSpc>
              <a:spcBef>
                <a:spcPts val="340"/>
              </a:spcBef>
              <a:spcAft>
                <a:spcPts val="142"/>
              </a:spcAft>
              <a:buClr>
                <a:srgbClr val="000000"/>
              </a:buClr>
              <a:buFont typeface="Arial"/>
              <a:buAutoNum type="arabicPeriod"/>
            </a:pPr>
            <a:r>
              <a:rPr lang="en-US" sz="1800" b="0" u="none" strike="noStrike">
                <a:solidFill>
                  <a:srgbClr val="000000"/>
                </a:solidFill>
                <a:effectLst/>
                <a:uFillTx/>
                <a:latin typeface="Arial"/>
                <a:ea typeface="Arial"/>
              </a:rPr>
              <a:t>prompt_templates.py – Contains evaluation guidelines, scoring rubrics, and onboarding prompt specifications.</a:t>
            </a:r>
            <a:endParaRPr lang="en-IN" sz="1800" b="0" u="none" strike="noStrike">
              <a:solidFill>
                <a:srgbClr val="000000"/>
              </a:solidFill>
              <a:effectLst/>
              <a:uFillTx/>
              <a:latin typeface="Arial"/>
            </a:endParaRPr>
          </a:p>
          <a:p>
            <a:pPr marL="343080" indent="-343080">
              <a:lnSpc>
                <a:spcPct val="100000"/>
              </a:lnSpc>
              <a:spcBef>
                <a:spcPts val="340"/>
              </a:spcBef>
              <a:spcAft>
                <a:spcPts val="142"/>
              </a:spcAft>
              <a:buClr>
                <a:srgbClr val="000000"/>
              </a:buClr>
              <a:buFont typeface="Arial"/>
              <a:buAutoNum type="arabicPeriod"/>
            </a:pPr>
            <a:r>
              <a:rPr lang="en-US" sz="1800" b="0" u="none" strike="noStrike">
                <a:solidFill>
                  <a:srgbClr val="000000"/>
                </a:solidFill>
                <a:effectLst/>
                <a:uFillTx/>
                <a:latin typeface="Arial"/>
                <a:ea typeface="Arial"/>
              </a:rPr>
              <a:t>watsonx_client.py – Manages direct API connection and model communication with IBM watsonx services.</a:t>
            </a:r>
            <a:endParaRPr lang="en-IN" sz="1800" b="0" u="none" strike="noStrike">
              <a:solidFill>
                <a:srgbClr val="000000"/>
              </a:solidFill>
              <a:effectLst/>
              <a:uFillTx/>
              <a:latin typeface="Arial"/>
            </a:endParaRPr>
          </a:p>
          <a:p>
            <a:pPr marL="343080" indent="-343080">
              <a:lnSpc>
                <a:spcPct val="100000"/>
              </a:lnSpc>
              <a:spcBef>
                <a:spcPts val="340"/>
              </a:spcBef>
              <a:spcAft>
                <a:spcPts val="142"/>
              </a:spcAft>
              <a:buClr>
                <a:srgbClr val="000000"/>
              </a:buClr>
              <a:buFont typeface="Arial"/>
              <a:buAutoNum type="arabicPeriod"/>
            </a:pPr>
            <a:r>
              <a:rPr lang="en-US" sz="1800" b="0" u="none" strike="noStrike">
                <a:solidFill>
                  <a:srgbClr val="000000"/>
                </a:solidFill>
                <a:effectLst/>
                <a:uFillTx/>
                <a:latin typeface="Arial"/>
                <a:ea typeface="Arial"/>
              </a:rPr>
              <a:t>workspace_config.yaml – Environment and agent workspace configuration settings.</a:t>
            </a:r>
            <a:endParaRPr lang="en-IN" sz="1800" b="0" u="none" strike="noStrike">
              <a:solidFill>
                <a:srgbClr val="000000"/>
              </a:solidFill>
              <a:effectLst/>
              <a:uFillTx/>
              <a:latin typeface="Arial"/>
            </a:endParaRPr>
          </a:p>
          <a:p>
            <a:pPr marL="343080" indent="-343080">
              <a:lnSpc>
                <a:spcPct val="100000"/>
              </a:lnSpc>
              <a:spcBef>
                <a:spcPts val="340"/>
              </a:spcBef>
              <a:spcAft>
                <a:spcPts val="142"/>
              </a:spcAft>
              <a:buClr>
                <a:srgbClr val="000000"/>
              </a:buClr>
              <a:buFont typeface="Arial"/>
              <a:buAutoNum type="arabicPeriod"/>
            </a:pPr>
            <a:r>
              <a:rPr lang="en-US" sz="1800" b="0" u="none" strike="noStrike">
                <a:solidFill>
                  <a:srgbClr val="000000"/>
                </a:solidFill>
                <a:effectLst/>
                <a:uFillTx/>
                <a:latin typeface="Arial"/>
                <a:ea typeface="Arial"/>
              </a:rPr>
              <a:t>knowledge_base/rag_knowledge.py – Defines RAG knowledge structures and domain-specific interview preparation datasets.</a:t>
            </a:r>
            <a:endParaRPr lang="en-IN" sz="1800" b="0" u="none" strike="noStrike">
              <a:solidFill>
                <a:srgbClr val="000000"/>
              </a:solidFill>
              <a:effectLst/>
              <a:uFillTx/>
              <a:latin typeface="Arial"/>
            </a:endParaRPr>
          </a:p>
          <a:p>
            <a:pPr marL="343080" indent="-343080">
              <a:lnSpc>
                <a:spcPct val="100000"/>
              </a:lnSpc>
              <a:spcBef>
                <a:spcPts val="340"/>
              </a:spcBef>
              <a:spcAft>
                <a:spcPts val="142"/>
              </a:spcAft>
              <a:buClr>
                <a:srgbClr val="000000"/>
              </a:buClr>
              <a:buFont typeface="Arial"/>
              <a:buAutoNum type="arabicPeriod"/>
            </a:pPr>
            <a:r>
              <a:rPr lang="en-US" sz="1800" b="0" u="none" strike="noStrike">
                <a:solidFill>
                  <a:srgbClr val="000000"/>
                </a:solidFill>
                <a:effectLst/>
                <a:uFillTx/>
                <a:latin typeface="Arial"/>
                <a:ea typeface="Arial"/>
              </a:rPr>
              <a:t>.env.example – Environment variable template holding configuration parameters and key structures safely.</a:t>
            </a:r>
            <a:endParaRPr lang="en-IN" sz="1800" b="0" u="none" strike="noStrike">
              <a:solidFill>
                <a:srgbClr val="000000"/>
              </a:solidFill>
              <a:effectLst/>
              <a:uFillTx/>
              <a:latin typeface="Arial"/>
            </a:endParaRPr>
          </a:p>
          <a:p>
            <a:pPr marL="343080" indent="-343080">
              <a:lnSpc>
                <a:spcPct val="100000"/>
              </a:lnSpc>
              <a:spcBef>
                <a:spcPts val="1191"/>
              </a:spcBef>
              <a:spcAft>
                <a:spcPts val="992"/>
              </a:spcAft>
              <a:buClr>
                <a:srgbClr val="000000"/>
              </a:buClr>
              <a:buFont typeface="Arial"/>
              <a:buAutoNum type="arabicPeriod"/>
            </a:pPr>
            <a:r>
              <a:rPr lang="en-US" sz="1800" b="0" u="none" strike="noStrike">
                <a:solidFill>
                  <a:srgbClr val="000000"/>
                </a:solidFill>
                <a:effectLst/>
                <a:uFillTx/>
                <a:latin typeface="Arial"/>
                <a:ea typeface="Arial"/>
              </a:rPr>
              <a:t>interview_trainer_agent.zip – Exported native agent package ready for watsonx Orchestrate deployment. </a:t>
            </a:r>
            <a:endParaRPr lang="en-IN" sz="18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 </a:t>
            </a:r>
            <a:endParaRPr lang="en-IN" sz="1400" b="0" u="none" strike="noStrike">
              <a:solidFill>
                <a:srgbClr val="000000"/>
              </a:solidFill>
              <a:effectLst/>
              <a:uFillTx/>
              <a:latin typeface="Arial"/>
            </a:endParaRPr>
          </a:p>
        </p:txBody>
      </p:sp>
      <p:sp>
        <p:nvSpPr>
          <p:cNvPr id="78" name="Rectangle 8"/>
          <p:cNvSpPr/>
          <p:nvPr/>
        </p:nvSpPr>
        <p:spPr>
          <a:xfrm>
            <a:off x="9032040" y="3643200"/>
            <a:ext cx="5907600" cy="316440"/>
          </a:xfrm>
          <a:prstGeom prst="rect">
            <a:avLst/>
          </a:prstGeom>
          <a:solidFill>
            <a:srgbClr val="E71224">
              <a:alpha val="5000"/>
            </a:srgbClr>
          </a:solidFill>
          <a:ln w="72000">
            <a:solidFill>
              <a:srgbClr val="E7122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IN" sz="1400" b="0" u="none" strike="noStrike">
              <a:solidFill>
                <a:srgbClr val="E71224"/>
              </a:solidFill>
              <a:effectLst/>
              <a:uFillTx/>
              <a:latin typeface="Arial"/>
            </a:endParaRPr>
          </a:p>
        </p:txBody>
      </p:sp>
      <p:sp>
        <p:nvSpPr>
          <p:cNvPr id="79" name="Arrow: Right 9"/>
          <p:cNvSpPr/>
          <p:nvPr/>
        </p:nvSpPr>
        <p:spPr>
          <a:xfrm rot="8280000">
            <a:off x="10782720" y="2605320"/>
            <a:ext cx="922680" cy="337680"/>
          </a:xfrm>
          <a:prstGeom prst="rightArrow">
            <a:avLst>
              <a:gd name="adj1" fmla="val 50000"/>
              <a:gd name="adj2" fmla="val 50000"/>
            </a:avLst>
          </a:prstGeom>
          <a:solidFill>
            <a:srgbClr val="4472C4"/>
          </a:solidFill>
          <a:ln>
            <a:solidFill>
              <a:srgbClr val="1D3155"/>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IN" sz="1400" b="0" u="none" strike="noStrike">
              <a:solidFill>
                <a:schemeClr val="lt1"/>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Google Shape;135;p5"/>
          <p:cNvSpPr/>
          <p:nvPr/>
        </p:nvSpPr>
        <p:spPr>
          <a:xfrm>
            <a:off x="537480" y="323280"/>
            <a:ext cx="5908320" cy="44784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3500" b="1" u="none" strike="noStrike">
                <a:solidFill>
                  <a:srgbClr val="051D3A"/>
                </a:solidFill>
                <a:effectLst/>
                <a:uFillTx/>
                <a:latin typeface="Times New Roman"/>
                <a:ea typeface="Times New Roman"/>
              </a:rPr>
              <a:t> </a:t>
            </a:r>
            <a:r>
              <a:rPr lang="en-US" sz="2400" b="1" u="none" strike="noStrike">
                <a:solidFill>
                  <a:srgbClr val="051D3A"/>
                </a:solidFill>
                <a:effectLst/>
                <a:uFillTx/>
                <a:latin typeface="Times New Roman"/>
                <a:ea typeface="Times New Roman"/>
              </a:rPr>
              <a:t>IBM Bob Screenshots:</a:t>
            </a:r>
            <a:endParaRPr lang="en-IN" sz="2400" b="0" u="none" strike="noStrike">
              <a:solidFill>
                <a:srgbClr val="000000"/>
              </a:solidFill>
              <a:effectLst/>
              <a:uFillTx/>
              <a:latin typeface="Arial"/>
            </a:endParaRPr>
          </a:p>
        </p:txBody>
      </p:sp>
      <p:pic>
        <p:nvPicPr>
          <p:cNvPr id="81" name=""/>
          <p:cNvPicPr/>
          <p:nvPr/>
        </p:nvPicPr>
        <p:blipFill>
          <a:blip r:embed="rId1"/>
          <a:stretch/>
        </p:blipFill>
        <p:spPr>
          <a:xfrm>
            <a:off x="792360" y="910080"/>
            <a:ext cx="10007280" cy="520956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2" name=""/>
          <p:cNvPicPr/>
          <p:nvPr/>
        </p:nvPicPr>
        <p:blipFill>
          <a:blip r:embed="rId1"/>
          <a:stretch/>
        </p:blipFill>
        <p:spPr>
          <a:xfrm>
            <a:off x="360000" y="540000"/>
            <a:ext cx="11531160" cy="521964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3" name=""/>
          <p:cNvPicPr/>
          <p:nvPr/>
        </p:nvPicPr>
        <p:blipFill>
          <a:blip r:embed="rId1"/>
          <a:stretch/>
        </p:blipFill>
        <p:spPr>
          <a:xfrm>
            <a:off x="462600" y="540000"/>
            <a:ext cx="11417040" cy="521964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4" name=""/>
          <p:cNvPicPr/>
          <p:nvPr/>
        </p:nvPicPr>
        <p:blipFill>
          <a:blip r:embed="rId1"/>
          <a:stretch/>
        </p:blipFill>
        <p:spPr>
          <a:xfrm>
            <a:off x="360000" y="540000"/>
            <a:ext cx="11629080" cy="557964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5" name=""/>
          <p:cNvPicPr/>
          <p:nvPr/>
        </p:nvPicPr>
        <p:blipFill>
          <a:blip r:embed="rId1"/>
          <a:stretch/>
        </p:blipFill>
        <p:spPr>
          <a:xfrm>
            <a:off x="360000" y="360000"/>
            <a:ext cx="11430000" cy="539964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6" name=""/>
          <p:cNvPicPr/>
          <p:nvPr/>
        </p:nvPicPr>
        <p:blipFill>
          <a:blip r:embed="rId1"/>
          <a:stretch/>
        </p:blipFill>
        <p:spPr>
          <a:xfrm>
            <a:off x="360000" y="360000"/>
            <a:ext cx="11519640" cy="593964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Google Shape;135;p5"/>
          <p:cNvSpPr/>
          <p:nvPr/>
        </p:nvSpPr>
        <p:spPr>
          <a:xfrm>
            <a:off x="537480" y="323280"/>
            <a:ext cx="5908320" cy="4478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400" b="1" u="none" strike="noStrike">
                <a:solidFill>
                  <a:schemeClr val="dk1"/>
                </a:solidFill>
                <a:effectLst/>
                <a:uFillTx/>
                <a:latin typeface="Calibri"/>
                <a:ea typeface="Calibri"/>
              </a:rPr>
              <a:t>Architecture blueprint for IBM bob:</a:t>
            </a:r>
            <a:endParaRPr lang="en-IN" sz="2400" b="0" u="none" strike="noStrike">
              <a:solidFill>
                <a:srgbClr val="000000"/>
              </a:solidFill>
              <a:effectLst/>
              <a:uFillTx/>
              <a:latin typeface="Arial"/>
            </a:endParaRPr>
          </a:p>
        </p:txBody>
      </p:sp>
      <p:pic>
        <p:nvPicPr>
          <p:cNvPr id="88" name=""/>
          <p:cNvPicPr/>
          <p:nvPr/>
        </p:nvPicPr>
        <p:blipFill>
          <a:blip r:embed="rId1"/>
          <a:stretch/>
        </p:blipFill>
        <p:spPr>
          <a:xfrm>
            <a:off x="478440" y="771480"/>
            <a:ext cx="11221200" cy="575964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9" name="Google Shape;196;p9"/>
          <p:cNvPicPr/>
          <p:nvPr/>
        </p:nvPicPr>
        <p:blipFill>
          <a:blip r:embed="rId1"/>
          <a:stretch/>
        </p:blipFill>
        <p:spPr>
          <a:xfrm>
            <a:off x="8372160" y="1167480"/>
            <a:ext cx="3014640" cy="4522320"/>
          </a:xfrm>
          <a:prstGeom prst="rect">
            <a:avLst/>
          </a:prstGeom>
          <a:noFill/>
          <a:ln w="0">
            <a:noFill/>
          </a:ln>
        </p:spPr>
      </p:pic>
      <p:sp>
        <p:nvSpPr>
          <p:cNvPr id="90" name="TextBox 1"/>
          <p:cNvSpPr/>
          <p:nvPr/>
        </p:nvSpPr>
        <p:spPr>
          <a:xfrm>
            <a:off x="475560" y="283320"/>
            <a:ext cx="9317160" cy="5839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3200" b="1" u="none" strike="noStrike">
                <a:solidFill>
                  <a:srgbClr val="000000"/>
                </a:solidFill>
                <a:effectLst/>
                <a:uFillTx/>
                <a:latin typeface="Arial"/>
                <a:ea typeface="Arial"/>
              </a:rPr>
              <a:t>Role of Agentic AI in the solution </a:t>
            </a:r>
            <a:endParaRPr lang="en-IN" sz="3200" b="0" u="none" strike="noStrike">
              <a:solidFill>
                <a:srgbClr val="000000"/>
              </a:solidFill>
              <a:effectLst/>
              <a:uFillTx/>
              <a:latin typeface="Arial"/>
            </a:endParaRPr>
          </a:p>
        </p:txBody>
      </p:sp>
      <p:sp>
        <p:nvSpPr>
          <p:cNvPr id="91" name="TextBox 2"/>
          <p:cNvSpPr/>
          <p:nvPr/>
        </p:nvSpPr>
        <p:spPr>
          <a:xfrm>
            <a:off x="621720" y="902160"/>
            <a:ext cx="7405920" cy="634752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1191"/>
              </a:spcBef>
              <a:spcAft>
                <a:spcPts val="992"/>
              </a:spcAft>
            </a:pPr>
            <a:r>
              <a:rPr lang="en-US" sz="1400" b="1" u="none" strike="noStrike">
                <a:solidFill>
                  <a:srgbClr val="000000"/>
                </a:solidFill>
                <a:effectLst/>
                <a:uFillTx/>
                <a:latin typeface="Arial"/>
                <a:ea typeface="Arial"/>
              </a:rPr>
              <a:t>Role of Agentic AI in   AI Interview Trainer  Agent</a:t>
            </a: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Overview</a:t>
            </a:r>
            <a:endParaRPr lang="en-IN" sz="1400" b="0" u="none" strike="noStrike">
              <a:solidFill>
                <a:srgbClr val="000000"/>
              </a:solidFill>
              <a:effectLst/>
              <a:uFillTx/>
              <a:latin typeface="Arial"/>
            </a:endParaRPr>
          </a:p>
          <a:p>
            <a:pPr>
              <a:lnSpc>
                <a:spcPct val="100000"/>
              </a:lnSpc>
              <a:spcBef>
                <a:spcPts val="340"/>
              </a:spcBef>
              <a:spcAft>
                <a:spcPts val="142"/>
              </a:spcAft>
            </a:pPr>
            <a:r>
              <a:rPr lang="en-US" sz="1400" b="0" u="none" strike="noStrike">
                <a:solidFill>
                  <a:srgbClr val="000000"/>
                </a:solidFill>
                <a:effectLst/>
                <a:uFillTx/>
                <a:latin typeface="Arial"/>
                <a:ea typeface="Arial"/>
              </a:rPr>
              <a:t>Agentic AI enables the Interview Trainer to function as an autonomous, adaptive coaching system rather than a static question bank or simple chatbot. Powered by IBM watsonx Orchestrate, it coordinates specialized agent workflows to deliver end-to-end interview preparation. </a:t>
            </a:r>
            <a:endParaRPr lang="en-IN" sz="1400" b="0" u="none" strike="noStrike">
              <a:solidFill>
                <a:srgbClr val="000000"/>
              </a:solidFill>
              <a:effectLst/>
              <a:uFillTx/>
              <a:latin typeface="Arial"/>
            </a:endParaRPr>
          </a:p>
          <a:p>
            <a:pPr>
              <a:lnSpc>
                <a:spcPct val="100000"/>
              </a:lnSpc>
              <a:spcBef>
                <a:spcPts val="57"/>
              </a:spcBef>
            </a:pPr>
            <a:r>
              <a:rPr lang="en-US" sz="1400" b="1" u="none" strike="noStrike">
                <a:solidFill>
                  <a:srgbClr val="000000"/>
                </a:solidFill>
                <a:effectLst/>
                <a:uFillTx/>
                <a:latin typeface="Arial"/>
                <a:ea typeface="Arial"/>
              </a:rPr>
              <a:t>Autonomous Task Coordination </a:t>
            </a:r>
            <a:endParaRPr lang="en-IN" sz="1400" b="0" u="none" strike="noStrike">
              <a:solidFill>
                <a:srgbClr val="000000"/>
              </a:solidFill>
              <a:effectLst/>
              <a:uFillTx/>
              <a:latin typeface="Arial"/>
            </a:endParaRPr>
          </a:p>
          <a:p>
            <a:pPr>
              <a:lnSpc>
                <a:spcPct val="100000"/>
              </a:lnSpc>
              <a:spcBef>
                <a:spcPts val="57"/>
              </a:spcBef>
            </a:pPr>
            <a:r>
              <a:rPr lang="en-US" sz="1400" b="0" u="none" strike="noStrike">
                <a:solidFill>
                  <a:srgbClr val="000000"/>
                </a:solidFill>
                <a:effectLst/>
                <a:uFillTx/>
                <a:latin typeface="Arial"/>
                <a:ea typeface="Arial"/>
              </a:rPr>
              <a:t>Instead of following fixed scripts, Agentic AI independently manages candidate onboarding, selects domain-appropriate questions, matches responses against knowledge base standards, and formats real-time evaluation rubrics. </a:t>
            </a:r>
            <a:endParaRPr lang="en-IN" sz="1400" b="0" u="none" strike="noStrike">
              <a:solidFill>
                <a:srgbClr val="000000"/>
              </a:solidFill>
              <a:effectLst/>
              <a:uFillTx/>
              <a:latin typeface="Arial"/>
            </a:endParaRPr>
          </a:p>
          <a:p>
            <a:pPr>
              <a:lnSpc>
                <a:spcPct val="100000"/>
              </a:lnSpc>
              <a:spcBef>
                <a:spcPts val="57"/>
              </a:spcBef>
            </a:pPr>
            <a:r>
              <a:rPr lang="en-US" sz="1400" b="1" u="none" strike="noStrike">
                <a:solidFill>
                  <a:srgbClr val="000000"/>
                </a:solidFill>
                <a:effectLst/>
                <a:uFillTx/>
                <a:latin typeface="Arial"/>
                <a:ea typeface="Arial"/>
              </a:rPr>
              <a:t>Context Awareness &amp; Personalization</a:t>
            </a:r>
            <a:r>
              <a:rPr lang="en-US" sz="1400" b="0" u="none" strike="noStrike">
                <a:solidFill>
                  <a:srgbClr val="000000"/>
                </a:solidFill>
                <a:effectLst/>
                <a:uFillTx/>
                <a:latin typeface="Arial"/>
                <a:ea typeface="Arial"/>
              </a:rPr>
              <a:t> </a:t>
            </a:r>
            <a:endParaRPr lang="en-IN" sz="1400" b="0" u="none" strike="noStrike">
              <a:solidFill>
                <a:srgbClr val="000000"/>
              </a:solidFill>
              <a:effectLst/>
              <a:uFillTx/>
              <a:latin typeface="Arial"/>
            </a:endParaRPr>
          </a:p>
          <a:p>
            <a:pPr>
              <a:lnSpc>
                <a:spcPct val="100000"/>
              </a:lnSpc>
              <a:spcBef>
                <a:spcPts val="57"/>
              </a:spcBef>
            </a:pPr>
            <a:r>
              <a:rPr lang="en-US" sz="1400" b="0" u="none" strike="noStrike">
                <a:solidFill>
                  <a:srgbClr val="000000"/>
                </a:solidFill>
                <a:effectLst/>
                <a:uFillTx/>
                <a:latin typeface="Arial"/>
                <a:ea typeface="Arial"/>
              </a:rPr>
              <a:t>The agent maintains continuous context across the session—adapting question difficulty, topic depth, and feedback tone based on the candidate’s specified experience level, key skills, and target job role (candidate_profile.py). </a:t>
            </a: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Specialized Agentic Workflows</a:t>
            </a: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Onboarding &amp; Profile Agent</a:t>
            </a:r>
            <a:r>
              <a:rPr lang="en-US" sz="1400" b="0" u="none" strike="noStrike">
                <a:solidFill>
                  <a:srgbClr val="000000"/>
                </a:solidFill>
                <a:effectLst/>
                <a:uFillTx/>
                <a:latin typeface="Arial"/>
                <a:ea typeface="Arial"/>
              </a:rPr>
              <a:t>: Captures candidate details and configures session parameters.</a:t>
            </a: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Question Retrieval Agent</a:t>
            </a:r>
            <a:r>
              <a:rPr lang="en-US" sz="1400" b="0" u="none" strike="noStrike">
                <a:solidFill>
                  <a:srgbClr val="000000"/>
                </a:solidFill>
                <a:effectLst/>
                <a:uFillTx/>
                <a:latin typeface="Arial"/>
                <a:ea typeface="Arial"/>
              </a:rPr>
              <a:t>: Dynamically queries RAG study materials (knowledge_base/rag_knowledge.py) for realistic technical and behavioral scenarios.</a:t>
            </a: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Evaluation &amp; Scoring Agent</a:t>
            </a:r>
            <a:r>
              <a:rPr lang="en-US" sz="1400" b="0" u="none" strike="noStrike">
                <a:solidFill>
                  <a:srgbClr val="000000"/>
                </a:solidFill>
                <a:effectLst/>
                <a:uFillTx/>
                <a:latin typeface="Arial"/>
                <a:ea typeface="Arial"/>
              </a:rPr>
              <a:t>: Analyzes candidate answers, scores performance on a 1–10 scale, and generates structured Markdown feedback tables (prompt_templates.py).</a:t>
            </a: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Goal-Driven Session Management</a:t>
            </a:r>
            <a:endParaRPr lang="en-IN"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Agentic AI actively directs conversation flow (one question at a time) and handles interactive commands like skip or quit, serving as a proactive, intelligent digital coach for technical career development.</a:t>
            </a:r>
            <a:endParaRPr lang="en-IN" sz="1400" b="0" u="none" strike="noStrike">
              <a:solidFill>
                <a:srgbClr val="000000"/>
              </a:solidFill>
              <a:effectLst/>
              <a:uFillTx/>
              <a:latin typeface="Arial"/>
            </a:endParaRPr>
          </a:p>
          <a:p>
            <a:pPr>
              <a:lnSpc>
                <a:spcPct val="100000"/>
              </a:lnSpc>
              <a:spcBef>
                <a:spcPts val="1191"/>
              </a:spcBef>
              <a:spcAft>
                <a:spcPts val="992"/>
              </a:spcAft>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Google Shape;278;p18"/>
          <p:cNvSpPr/>
          <p:nvPr/>
        </p:nvSpPr>
        <p:spPr>
          <a:xfrm>
            <a:off x="793080" y="341640"/>
            <a:ext cx="6443640" cy="703440"/>
          </a:xfrm>
          <a:prstGeom prst="rect">
            <a:avLst/>
          </a:prstGeom>
          <a:noFill/>
          <a:ln w="0">
            <a:noFill/>
          </a:ln>
        </p:spPr>
        <p:style>
          <a:lnRef idx="0"/>
          <a:fillRef idx="0"/>
          <a:effectRef idx="0"/>
          <a:fontRef idx="minor"/>
        </p:style>
        <p:txBody>
          <a:bodyPr lIns="0" tIns="0" rIns="0" bIns="0" anchor="t">
            <a:noAutofit/>
          </a:bodyPr>
          <a:p>
            <a:pPr>
              <a:lnSpc>
                <a:spcPct val="157000"/>
              </a:lnSpc>
            </a:pPr>
            <a:r>
              <a:rPr lang="en-US" sz="2400" b="1" u="none" strike="noStrike">
                <a:solidFill>
                  <a:srgbClr val="000000"/>
                </a:solidFill>
                <a:effectLst/>
                <a:uFillTx/>
                <a:latin typeface="Arial"/>
                <a:ea typeface="Arial"/>
              </a:rPr>
              <a:t>Token Usage </a:t>
            </a:r>
            <a:endParaRPr lang="en-IN" sz="2400" b="0" u="none" strike="noStrike">
              <a:solidFill>
                <a:srgbClr val="000000"/>
              </a:solidFill>
              <a:effectLst/>
              <a:uFillTx/>
              <a:latin typeface="Arial"/>
            </a:endParaRPr>
          </a:p>
        </p:txBody>
      </p:sp>
      <p:sp>
        <p:nvSpPr>
          <p:cNvPr id="93" name="Google Shape;280;p18"/>
          <p:cNvSpPr/>
          <p:nvPr/>
        </p:nvSpPr>
        <p:spPr>
          <a:xfrm>
            <a:off x="1218600" y="3360240"/>
            <a:ext cx="7467840" cy="76536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94" name="Google Shape;281;p18"/>
          <p:cNvSpPr/>
          <p:nvPr/>
        </p:nvSpPr>
        <p:spPr>
          <a:xfrm>
            <a:off x="1218600" y="4395600"/>
            <a:ext cx="7467840" cy="76536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95" name="Google Shape;282;p18"/>
          <p:cNvSpPr/>
          <p:nvPr/>
        </p:nvSpPr>
        <p:spPr>
          <a:xfrm>
            <a:off x="1218600" y="5430600"/>
            <a:ext cx="7467840" cy="3823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96" name="TextBox 4"/>
          <p:cNvSpPr/>
          <p:nvPr/>
        </p:nvSpPr>
        <p:spPr>
          <a:xfrm>
            <a:off x="897480" y="1042200"/>
            <a:ext cx="4370400" cy="307080"/>
          </a:xfrm>
          <a:prstGeom prst="rect">
            <a:avLst/>
          </a:prstGeom>
          <a:noFill/>
          <a:ln w="0">
            <a:noFill/>
          </a:ln>
        </p:spPr>
        <p:style>
          <a:lnRef idx="0"/>
          <a:fillRef idx="0"/>
          <a:effectRef idx="0"/>
          <a:fontRef idx="minor"/>
        </p:style>
        <p:txBody>
          <a:bodyPr numCol="1" spcCol="0" horzOverflow="overflow" lIns="90000" tIns="45000" rIns="90000" bIns="45000" anchor="t">
            <a:spAutoFit/>
          </a:bodyPr>
          <a:p>
            <a:pPr>
              <a:lnSpc>
                <a:spcPct val="100000"/>
              </a:lnSpc>
            </a:pPr>
            <a:r>
              <a:rPr lang="en-US" sz="1400" b="0" u="none" strike="noStrike">
                <a:solidFill>
                  <a:srgbClr val="000000"/>
                </a:solidFill>
                <a:effectLst/>
                <a:uFillTx/>
                <a:latin typeface="Arial"/>
                <a:ea typeface="Arial"/>
              </a:rPr>
              <a:t>11,761 token are used</a:t>
            </a:r>
            <a:endParaRPr lang="en-IN" sz="1400" b="0" u="none" strike="noStrike">
              <a:solidFill>
                <a:srgbClr val="000000"/>
              </a:solidFill>
              <a:effectLst/>
              <a:uFillTx/>
              <a:latin typeface="Arial"/>
            </a:endParaRPr>
          </a:p>
        </p:txBody>
      </p:sp>
      <p:sp>
        <p:nvSpPr>
          <p:cNvPr id="97" name="TextBox 13"/>
          <p:cNvSpPr/>
          <p:nvPr/>
        </p:nvSpPr>
        <p:spPr>
          <a:xfrm>
            <a:off x="1278720" y="1717920"/>
            <a:ext cx="2742480" cy="399240"/>
          </a:xfrm>
          <a:prstGeom prst="rect">
            <a:avLst/>
          </a:prstGeom>
          <a:noFill/>
          <a:ln w="0">
            <a:noFill/>
          </a:ln>
        </p:spPr>
        <p:style>
          <a:lnRef idx="0"/>
          <a:fillRef idx="0"/>
          <a:effectRef idx="0"/>
          <a:fontRef idx="minor"/>
        </p:style>
        <p:txBody>
          <a:bodyPr numCol="1" spcCol="0" horzOverflow="overflow" lIns="90000" tIns="45000" rIns="90000" bIns="45000" anchor="t">
            <a:spAutoFit/>
          </a:bodyPr>
          <a:p>
            <a:pPr>
              <a:lnSpc>
                <a:spcPct val="100000"/>
              </a:lnSpc>
            </a:pPr>
            <a:r>
              <a:rPr lang="en-US" sz="2000" b="0" u="sng" strike="noStrike">
                <a:solidFill>
                  <a:srgbClr val="000000"/>
                </a:solidFill>
                <a:effectLst/>
                <a:uFillTx/>
                <a:latin typeface="Arial"/>
                <a:ea typeface="Arial"/>
              </a:rPr>
              <a:t>Before Prompt</a:t>
            </a:r>
            <a:endParaRPr lang="en-IN" sz="2000" b="0" u="none" strike="noStrike">
              <a:solidFill>
                <a:srgbClr val="000000"/>
              </a:solidFill>
              <a:effectLst/>
              <a:uFillTx/>
              <a:latin typeface="Arial"/>
            </a:endParaRPr>
          </a:p>
        </p:txBody>
      </p:sp>
      <p:sp>
        <p:nvSpPr>
          <p:cNvPr id="98" name="TextBox 14"/>
          <p:cNvSpPr/>
          <p:nvPr/>
        </p:nvSpPr>
        <p:spPr>
          <a:xfrm>
            <a:off x="7106760" y="1722960"/>
            <a:ext cx="2742480" cy="399240"/>
          </a:xfrm>
          <a:prstGeom prst="rect">
            <a:avLst/>
          </a:prstGeom>
          <a:noFill/>
          <a:ln w="0">
            <a:noFill/>
          </a:ln>
        </p:spPr>
        <p:style>
          <a:lnRef idx="0"/>
          <a:fillRef idx="0"/>
          <a:effectRef idx="0"/>
          <a:fontRef idx="minor"/>
        </p:style>
        <p:txBody>
          <a:bodyPr numCol="1" spcCol="0" horzOverflow="overflow" lIns="90000" tIns="45000" rIns="90000" bIns="45000" anchor="t">
            <a:spAutoFit/>
          </a:bodyPr>
          <a:p>
            <a:pPr>
              <a:lnSpc>
                <a:spcPct val="100000"/>
              </a:lnSpc>
            </a:pPr>
            <a:r>
              <a:rPr lang="en-US" sz="2000" b="0" u="sng" strike="noStrike">
                <a:solidFill>
                  <a:srgbClr val="000000"/>
                </a:solidFill>
                <a:effectLst/>
                <a:uFillTx/>
                <a:latin typeface="Arial"/>
                <a:ea typeface="Arial"/>
              </a:rPr>
              <a:t>After the Prompt</a:t>
            </a:r>
            <a:endParaRPr lang="en-IN" sz="2000" b="0" u="none" strike="noStrike">
              <a:solidFill>
                <a:srgbClr val="000000"/>
              </a:solidFill>
              <a:effectLst/>
              <a:uFillTx/>
              <a:latin typeface="Arial"/>
            </a:endParaRPr>
          </a:p>
        </p:txBody>
      </p:sp>
      <p:pic>
        <p:nvPicPr>
          <p:cNvPr id="99" name=""/>
          <p:cNvPicPr/>
          <p:nvPr/>
        </p:nvPicPr>
        <p:blipFill>
          <a:blip r:embed="rId1"/>
          <a:stretch/>
        </p:blipFill>
        <p:spPr>
          <a:xfrm>
            <a:off x="900000" y="2467080"/>
            <a:ext cx="4857120" cy="2932920"/>
          </a:xfrm>
          <a:prstGeom prst="rect">
            <a:avLst/>
          </a:prstGeom>
          <a:noFill/>
          <a:ln w="0">
            <a:noFill/>
          </a:ln>
        </p:spPr>
      </p:pic>
      <p:pic>
        <p:nvPicPr>
          <p:cNvPr id="100" name=""/>
          <p:cNvPicPr/>
          <p:nvPr/>
        </p:nvPicPr>
        <p:blipFill>
          <a:blip r:embed="rId2"/>
          <a:stretch/>
        </p:blipFill>
        <p:spPr>
          <a:xfrm>
            <a:off x="6662880" y="2436480"/>
            <a:ext cx="4857120" cy="296352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Google Shape;278;p18"/>
          <p:cNvSpPr/>
          <p:nvPr/>
        </p:nvSpPr>
        <p:spPr>
          <a:xfrm>
            <a:off x="409320" y="113040"/>
            <a:ext cx="6443640" cy="703440"/>
          </a:xfrm>
          <a:prstGeom prst="rect">
            <a:avLst/>
          </a:prstGeom>
          <a:noFill/>
          <a:ln w="0">
            <a:noFill/>
          </a:ln>
        </p:spPr>
        <p:style>
          <a:lnRef idx="0"/>
          <a:fillRef idx="0"/>
          <a:effectRef idx="0"/>
          <a:fontRef idx="minor"/>
        </p:style>
        <p:txBody>
          <a:bodyPr lIns="0" tIns="0" rIns="0" bIns="0" anchor="t">
            <a:noAutofit/>
          </a:bodyPr>
          <a:p>
            <a:pPr>
              <a:lnSpc>
                <a:spcPct val="157000"/>
              </a:lnSpc>
            </a:pPr>
            <a:r>
              <a:rPr lang="en-US" sz="2400" b="1" u="none" strike="noStrike">
                <a:solidFill>
                  <a:srgbClr val="000000"/>
                </a:solidFill>
                <a:effectLst/>
                <a:uFillTx/>
                <a:latin typeface="Arial"/>
                <a:ea typeface="Arial"/>
              </a:rPr>
              <a:t> Project Output Screenshot</a:t>
            </a:r>
            <a:endParaRPr lang="en-IN" sz="2400" b="0" u="none" strike="noStrike">
              <a:solidFill>
                <a:srgbClr val="000000"/>
              </a:solidFill>
              <a:effectLst/>
              <a:uFillTx/>
              <a:latin typeface="Arial"/>
            </a:endParaRPr>
          </a:p>
        </p:txBody>
      </p:sp>
      <p:sp>
        <p:nvSpPr>
          <p:cNvPr id="102" name="Google Shape;280;p18"/>
          <p:cNvSpPr/>
          <p:nvPr/>
        </p:nvSpPr>
        <p:spPr>
          <a:xfrm>
            <a:off x="1218600" y="3360240"/>
            <a:ext cx="7467840" cy="76536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103" name="Google Shape;281;p18"/>
          <p:cNvSpPr/>
          <p:nvPr/>
        </p:nvSpPr>
        <p:spPr>
          <a:xfrm>
            <a:off x="1218600" y="4395600"/>
            <a:ext cx="7467840" cy="76536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104" name="Google Shape;282;p18"/>
          <p:cNvSpPr/>
          <p:nvPr/>
        </p:nvSpPr>
        <p:spPr>
          <a:xfrm>
            <a:off x="1218600" y="5430600"/>
            <a:ext cx="7467840" cy="3823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105" name="TextBox 1"/>
          <p:cNvSpPr/>
          <p:nvPr/>
        </p:nvSpPr>
        <p:spPr>
          <a:xfrm>
            <a:off x="1334880" y="1865520"/>
            <a:ext cx="6833160" cy="70704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2000" b="0" u="none" strike="noStrike">
                <a:solidFill>
                  <a:srgbClr val="FF0000"/>
                </a:solidFill>
                <a:effectLst/>
                <a:uFillTx/>
                <a:latin typeface="Arial"/>
                <a:ea typeface="Arial"/>
              </a:rPr>
              <a:t>Please put IBM Bob output screenshots with 2-3 prompts. </a:t>
            </a:r>
            <a:endParaRPr lang="en-IN" sz="2000" b="0" u="none" strike="noStrike">
              <a:solidFill>
                <a:srgbClr val="000000"/>
              </a:solidFill>
              <a:effectLst/>
              <a:uFillTx/>
              <a:latin typeface="Arial"/>
            </a:endParaRPr>
          </a:p>
          <a:p>
            <a:pPr>
              <a:lnSpc>
                <a:spcPct val="100000"/>
              </a:lnSpc>
            </a:pPr>
            <a:r>
              <a:rPr lang="en-US" sz="2000" b="0" u="none" strike="noStrike">
                <a:solidFill>
                  <a:srgbClr val="FF0000"/>
                </a:solidFill>
                <a:effectLst/>
                <a:uFillTx/>
                <a:latin typeface="Arial"/>
                <a:ea typeface="Arial"/>
              </a:rPr>
              <a:t>You can take 2-3 more slides for each screenshot</a:t>
            </a:r>
            <a:endParaRPr lang="en-IN" sz="2000" b="0" u="none" strike="noStrike">
              <a:solidFill>
                <a:srgbClr val="000000"/>
              </a:solidFill>
              <a:effectLst/>
              <a:uFillTx/>
              <a:latin typeface="Arial"/>
            </a:endParaRPr>
          </a:p>
        </p:txBody>
      </p:sp>
      <p:pic>
        <p:nvPicPr>
          <p:cNvPr id="106" name="Picture 3"/>
          <p:cNvPicPr/>
          <p:nvPr/>
        </p:nvPicPr>
        <p:blipFill>
          <a:blip r:embed="rId1"/>
          <a:stretch/>
        </p:blipFill>
        <p:spPr>
          <a:xfrm>
            <a:off x="409320" y="885600"/>
            <a:ext cx="11163240" cy="5714640"/>
          </a:xfrm>
          <a:prstGeom prst="rect">
            <a:avLst/>
          </a:prstGeom>
          <a:noFill/>
          <a:ln w="0">
            <a:noFill/>
          </a:ln>
        </p:spPr>
      </p:pic>
      <p:pic>
        <p:nvPicPr>
          <p:cNvPr id="107" name=""/>
          <p:cNvPicPr/>
          <p:nvPr/>
        </p:nvPicPr>
        <p:blipFill>
          <a:blip r:embed="rId2"/>
          <a:stretch/>
        </p:blipFill>
        <p:spPr>
          <a:xfrm>
            <a:off x="720000" y="1083600"/>
            <a:ext cx="10990080" cy="557640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838080" y="365040"/>
            <a:ext cx="10514880" cy="1324800"/>
          </a:xfrm>
          <a:prstGeom prst="rect">
            <a:avLst/>
          </a:prstGeom>
          <a:noFill/>
          <a:ln w="0">
            <a:noFill/>
          </a:ln>
        </p:spPr>
        <p:txBody>
          <a:bodyPr lIns="0" tIns="0" rIns="0" bIns="0" anchor="ctr">
            <a:spAutoFit/>
          </a:bodyPr>
          <a:p>
            <a:pPr indent="0" algn="l">
              <a:buNone/>
              <a:tabLst>
                <a:tab pos="0" algn="l"/>
              </a:tabLst>
            </a:pPr>
            <a:endParaRPr lang="en-IN" sz="4400" b="0" u="none" strike="noStrike">
              <a:solidFill>
                <a:srgbClr val="000000"/>
              </a:solidFill>
              <a:effectLst/>
              <a:uFillTx/>
              <a:latin typeface="Arial"/>
            </a:endParaRPr>
          </a:p>
        </p:txBody>
      </p:sp>
      <p:pic>
        <p:nvPicPr>
          <p:cNvPr id="109" name=""/>
          <p:cNvPicPr/>
          <p:nvPr/>
        </p:nvPicPr>
        <p:blipFill>
          <a:blip r:embed="rId1"/>
          <a:stretch/>
        </p:blipFill>
        <p:spPr>
          <a:xfrm>
            <a:off x="838080" y="1825560"/>
            <a:ext cx="10514880" cy="4350600"/>
          </a:xfrm>
          <a:prstGeom prst="rect">
            <a:avLst/>
          </a:prstGeom>
          <a:noFill/>
          <a:ln w="0">
            <a:noFill/>
          </a:ln>
        </p:spPr>
      </p:pic>
      <p:pic>
        <p:nvPicPr>
          <p:cNvPr id="110" name=""/>
          <p:cNvPicPr/>
          <p:nvPr/>
        </p:nvPicPr>
        <p:blipFill>
          <a:blip r:embed="rId2"/>
          <a:stretch/>
        </p:blipFill>
        <p:spPr>
          <a:xfrm>
            <a:off x="838080" y="1620000"/>
            <a:ext cx="10514880" cy="455616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838080" y="365040"/>
            <a:ext cx="10514880" cy="714960"/>
          </a:xfrm>
          <a:prstGeom prst="rect">
            <a:avLst/>
          </a:prstGeom>
          <a:noFill/>
          <a:ln w="0">
            <a:noFill/>
          </a:ln>
        </p:spPr>
        <p:txBody>
          <a:bodyPr lIns="0" tIns="0" rIns="0" bIns="0" anchor="ctr">
            <a:spAutoFit/>
          </a:bodyPr>
          <a:p>
            <a:pPr indent="0" algn="l">
              <a:buNone/>
              <a:tabLst>
                <a:tab pos="0" algn="l"/>
              </a:tabLst>
            </a:pPr>
            <a:r>
              <a:rPr lang="en-IN" sz="2400" b="0" u="none" strike="noStrike">
                <a:solidFill>
                  <a:srgbClr val="000000"/>
                </a:solidFill>
                <a:effectLst/>
                <a:uFillTx/>
                <a:latin typeface="Arial"/>
              </a:rPr>
              <a:t>Response</a:t>
            </a:r>
            <a:r>
              <a:rPr lang="en-IN" sz="4400" b="0" u="none" strike="noStrike">
                <a:solidFill>
                  <a:srgbClr val="000000"/>
                </a:solidFill>
                <a:effectLst/>
                <a:uFillTx/>
                <a:latin typeface="Arial"/>
              </a:rPr>
              <a:t> </a:t>
            </a:r>
            <a:r>
              <a:rPr lang="en-IN" sz="2400" b="0" u="none" strike="noStrike">
                <a:solidFill>
                  <a:srgbClr val="000000"/>
                </a:solidFill>
                <a:effectLst/>
                <a:uFillTx/>
                <a:latin typeface="Arial"/>
              </a:rPr>
              <a:t>for a question</a:t>
            </a:r>
            <a:endParaRPr lang="en-IN" sz="2400" b="0" u="none" strike="noStrike">
              <a:solidFill>
                <a:srgbClr val="000000"/>
              </a:solidFill>
              <a:effectLst/>
              <a:uFillTx/>
              <a:latin typeface="Arial"/>
            </a:endParaRPr>
          </a:p>
        </p:txBody>
      </p:sp>
      <p:pic>
        <p:nvPicPr>
          <p:cNvPr id="112" name=""/>
          <p:cNvPicPr/>
          <p:nvPr/>
        </p:nvPicPr>
        <p:blipFill>
          <a:blip r:embed="rId1"/>
          <a:stretch/>
        </p:blipFill>
        <p:spPr>
          <a:xfrm>
            <a:off x="838080" y="1825560"/>
            <a:ext cx="10514880" cy="4350600"/>
          </a:xfrm>
          <a:prstGeom prst="rect">
            <a:avLst/>
          </a:prstGeom>
          <a:noFill/>
          <a:ln w="0">
            <a:noFill/>
          </a:ln>
        </p:spPr>
      </p:pic>
      <p:pic>
        <p:nvPicPr>
          <p:cNvPr id="113" name=""/>
          <p:cNvPicPr/>
          <p:nvPr/>
        </p:nvPicPr>
        <p:blipFill>
          <a:blip r:embed="rId2"/>
          <a:stretch/>
        </p:blipFill>
        <p:spPr>
          <a:xfrm>
            <a:off x="838080" y="1800000"/>
            <a:ext cx="10514880" cy="463572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838080" y="365040"/>
            <a:ext cx="10514880" cy="894960"/>
          </a:xfrm>
          <a:prstGeom prst="rect">
            <a:avLst/>
          </a:prstGeom>
          <a:noFill/>
          <a:ln w="0">
            <a:noFill/>
          </a:ln>
        </p:spPr>
        <p:txBody>
          <a:bodyPr lIns="0" tIns="0" rIns="0" bIns="0" anchor="ctr">
            <a:spAutoFit/>
          </a:bodyPr>
          <a:p>
            <a:pPr indent="0" algn="l">
              <a:buNone/>
              <a:tabLst>
                <a:tab pos="0" algn="l"/>
              </a:tabLst>
            </a:pPr>
            <a:r>
              <a:rPr lang="en-IN" sz="2400" b="0" u="none" strike="noStrike">
                <a:solidFill>
                  <a:srgbClr val="000000"/>
                </a:solidFill>
                <a:effectLst/>
                <a:uFillTx/>
                <a:latin typeface="Arial"/>
              </a:rPr>
              <a:t>Ouput of the System</a:t>
            </a:r>
            <a:endParaRPr lang="en-IN" sz="2400" b="0" u="none" strike="noStrike">
              <a:solidFill>
                <a:srgbClr val="000000"/>
              </a:solidFill>
              <a:effectLst/>
              <a:uFillTx/>
              <a:latin typeface="Arial"/>
            </a:endParaRPr>
          </a:p>
        </p:txBody>
      </p:sp>
      <p:pic>
        <p:nvPicPr>
          <p:cNvPr id="115" name=""/>
          <p:cNvPicPr/>
          <p:nvPr/>
        </p:nvPicPr>
        <p:blipFill>
          <a:blip r:embed="rId1"/>
          <a:stretch/>
        </p:blipFill>
        <p:spPr>
          <a:xfrm>
            <a:off x="838080" y="1825560"/>
            <a:ext cx="10514880" cy="4350600"/>
          </a:xfrm>
          <a:prstGeom prst="rect">
            <a:avLst/>
          </a:prstGeom>
          <a:noFill/>
          <a:ln w="0">
            <a:noFill/>
          </a:ln>
        </p:spPr>
      </p:pic>
      <p:pic>
        <p:nvPicPr>
          <p:cNvPr id="116" name=""/>
          <p:cNvPicPr/>
          <p:nvPr/>
        </p:nvPicPr>
        <p:blipFill>
          <a:blip r:embed="rId2"/>
          <a:stretch/>
        </p:blipFill>
        <p:spPr>
          <a:xfrm>
            <a:off x="838080" y="1737360"/>
            <a:ext cx="10514880" cy="443880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Google Shape;278;p18"/>
          <p:cNvSpPr/>
          <p:nvPr/>
        </p:nvSpPr>
        <p:spPr>
          <a:xfrm>
            <a:off x="409320" y="113040"/>
            <a:ext cx="6443640" cy="703440"/>
          </a:xfrm>
          <a:prstGeom prst="rect">
            <a:avLst/>
          </a:prstGeom>
          <a:noFill/>
          <a:ln w="0">
            <a:noFill/>
          </a:ln>
        </p:spPr>
        <p:style>
          <a:lnRef idx="0"/>
          <a:fillRef idx="0"/>
          <a:effectRef idx="0"/>
          <a:fontRef idx="minor"/>
        </p:style>
        <p:txBody>
          <a:bodyPr lIns="0" tIns="0" rIns="0" bIns="0" anchor="t">
            <a:noAutofit/>
          </a:bodyPr>
          <a:p>
            <a:pPr>
              <a:lnSpc>
                <a:spcPct val="157000"/>
              </a:lnSpc>
            </a:pPr>
            <a:r>
              <a:rPr lang="en-US" sz="2400" b="1" u="none" strike="noStrike">
                <a:solidFill>
                  <a:srgbClr val="000000"/>
                </a:solidFill>
                <a:effectLst/>
                <a:uFillTx/>
                <a:latin typeface="Arial"/>
                <a:ea typeface="Arial"/>
              </a:rPr>
              <a:t> Project Output Screenshot</a:t>
            </a:r>
            <a:endParaRPr lang="en-IN" sz="2400" b="0" u="none" strike="noStrike">
              <a:solidFill>
                <a:srgbClr val="000000"/>
              </a:solidFill>
              <a:effectLst/>
              <a:uFillTx/>
              <a:latin typeface="Arial"/>
            </a:endParaRPr>
          </a:p>
        </p:txBody>
      </p:sp>
      <p:sp>
        <p:nvSpPr>
          <p:cNvPr id="118" name="Google Shape;280;p18"/>
          <p:cNvSpPr/>
          <p:nvPr/>
        </p:nvSpPr>
        <p:spPr>
          <a:xfrm>
            <a:off x="1218600" y="3360240"/>
            <a:ext cx="7467840" cy="76536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119" name="Google Shape;281;p18"/>
          <p:cNvSpPr/>
          <p:nvPr/>
        </p:nvSpPr>
        <p:spPr>
          <a:xfrm>
            <a:off x="1218600" y="4395600"/>
            <a:ext cx="7467840" cy="76536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120" name="Google Shape;282;p18"/>
          <p:cNvSpPr/>
          <p:nvPr/>
        </p:nvSpPr>
        <p:spPr>
          <a:xfrm>
            <a:off x="1218600" y="5430600"/>
            <a:ext cx="7467840" cy="3823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121" name="TextBox 1"/>
          <p:cNvSpPr/>
          <p:nvPr/>
        </p:nvSpPr>
        <p:spPr>
          <a:xfrm>
            <a:off x="1334880" y="1865520"/>
            <a:ext cx="6833160" cy="70704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2000" b="0" u="none" strike="noStrike">
                <a:solidFill>
                  <a:srgbClr val="FF0000"/>
                </a:solidFill>
                <a:effectLst/>
                <a:uFillTx/>
                <a:latin typeface="Arial"/>
                <a:ea typeface="Arial"/>
              </a:rPr>
              <a:t>Please put IBM Bob output screenshots with 2-3 prompts. </a:t>
            </a:r>
            <a:endParaRPr lang="en-IN" sz="2000" b="0" u="none" strike="noStrike">
              <a:solidFill>
                <a:srgbClr val="000000"/>
              </a:solidFill>
              <a:effectLst/>
              <a:uFillTx/>
              <a:latin typeface="Arial"/>
            </a:endParaRPr>
          </a:p>
          <a:p>
            <a:pPr>
              <a:lnSpc>
                <a:spcPct val="100000"/>
              </a:lnSpc>
            </a:pPr>
            <a:r>
              <a:rPr lang="en-US" sz="2000" b="0" u="none" strike="noStrike">
                <a:solidFill>
                  <a:srgbClr val="FF0000"/>
                </a:solidFill>
                <a:effectLst/>
                <a:uFillTx/>
                <a:latin typeface="Arial"/>
                <a:ea typeface="Arial"/>
              </a:rPr>
              <a:t>You can take 2-3 more slides for each screenshot</a:t>
            </a:r>
            <a:endParaRPr lang="en-IN" sz="2000" b="0" u="none" strike="noStrike">
              <a:solidFill>
                <a:srgbClr val="000000"/>
              </a:solidFill>
              <a:effectLst/>
              <a:uFillTx/>
              <a:latin typeface="Arial"/>
            </a:endParaRPr>
          </a:p>
        </p:txBody>
      </p:sp>
      <p:pic>
        <p:nvPicPr>
          <p:cNvPr id="122" name="Picture 4"/>
          <p:cNvPicPr/>
          <p:nvPr/>
        </p:nvPicPr>
        <p:blipFill>
          <a:blip r:embed="rId1"/>
          <a:stretch/>
        </p:blipFill>
        <p:spPr>
          <a:xfrm>
            <a:off x="561600" y="1004400"/>
            <a:ext cx="10492560" cy="5287680"/>
          </a:xfrm>
          <a:prstGeom prst="rect">
            <a:avLst/>
          </a:prstGeom>
          <a:noFill/>
          <a:ln w="0">
            <a:noFill/>
          </a:ln>
        </p:spPr>
      </p:pic>
      <p:pic>
        <p:nvPicPr>
          <p:cNvPr id="123" name=""/>
          <p:cNvPicPr/>
          <p:nvPr/>
        </p:nvPicPr>
        <p:blipFill>
          <a:blip r:embed="rId2"/>
          <a:stretch/>
        </p:blipFill>
        <p:spPr>
          <a:xfrm>
            <a:off x="540000" y="1080000"/>
            <a:ext cx="10260000" cy="5212080"/>
          </a:xfrm>
          <a:prstGeom prst="rect">
            <a:avLst/>
          </a:prstGeom>
          <a:noFill/>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Google Shape;278;p18"/>
          <p:cNvSpPr/>
          <p:nvPr/>
        </p:nvSpPr>
        <p:spPr>
          <a:xfrm>
            <a:off x="409320" y="113040"/>
            <a:ext cx="6443640" cy="703440"/>
          </a:xfrm>
          <a:prstGeom prst="rect">
            <a:avLst/>
          </a:prstGeom>
          <a:noFill/>
          <a:ln w="0">
            <a:noFill/>
          </a:ln>
        </p:spPr>
        <p:style>
          <a:lnRef idx="0"/>
          <a:fillRef idx="0"/>
          <a:effectRef idx="0"/>
          <a:fontRef idx="minor"/>
        </p:style>
        <p:txBody>
          <a:bodyPr lIns="0" tIns="0" rIns="0" bIns="0" anchor="t">
            <a:noAutofit/>
          </a:bodyPr>
          <a:p>
            <a:pPr>
              <a:lnSpc>
                <a:spcPct val="157000"/>
              </a:lnSpc>
            </a:pPr>
            <a:r>
              <a:rPr lang="en-US" sz="2400" b="1" u="none" strike="noStrike">
                <a:solidFill>
                  <a:srgbClr val="000000"/>
                </a:solidFill>
                <a:effectLst/>
                <a:uFillTx/>
                <a:latin typeface="Arial"/>
                <a:ea typeface="Arial"/>
              </a:rPr>
              <a:t> Project Output Screenshot</a:t>
            </a:r>
            <a:endParaRPr lang="en-IN" sz="2400" b="0" u="none" strike="noStrike">
              <a:solidFill>
                <a:srgbClr val="000000"/>
              </a:solidFill>
              <a:effectLst/>
              <a:uFillTx/>
              <a:latin typeface="Arial"/>
            </a:endParaRPr>
          </a:p>
        </p:txBody>
      </p:sp>
      <p:sp>
        <p:nvSpPr>
          <p:cNvPr id="125" name="Google Shape;280;p18"/>
          <p:cNvSpPr/>
          <p:nvPr/>
        </p:nvSpPr>
        <p:spPr>
          <a:xfrm>
            <a:off x="1218600" y="3360240"/>
            <a:ext cx="7467840" cy="76536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126" name="Google Shape;281;p18"/>
          <p:cNvSpPr/>
          <p:nvPr/>
        </p:nvSpPr>
        <p:spPr>
          <a:xfrm>
            <a:off x="1218600" y="4395600"/>
            <a:ext cx="7467840" cy="76536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127" name="Google Shape;282;p18"/>
          <p:cNvSpPr/>
          <p:nvPr/>
        </p:nvSpPr>
        <p:spPr>
          <a:xfrm>
            <a:off x="1218600" y="5430600"/>
            <a:ext cx="7467840" cy="3823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128" name="TextBox 1"/>
          <p:cNvSpPr/>
          <p:nvPr/>
        </p:nvSpPr>
        <p:spPr>
          <a:xfrm>
            <a:off x="1334880" y="1865520"/>
            <a:ext cx="6833160" cy="70704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2000" b="0" u="none" strike="noStrike">
                <a:solidFill>
                  <a:srgbClr val="FF0000"/>
                </a:solidFill>
                <a:effectLst/>
                <a:uFillTx/>
                <a:latin typeface="Arial"/>
                <a:ea typeface="Arial"/>
              </a:rPr>
              <a:t>Please put IBM Bob output screenshots with 2-3 prompts. </a:t>
            </a:r>
            <a:endParaRPr lang="en-IN" sz="2000" b="0" u="none" strike="noStrike">
              <a:solidFill>
                <a:srgbClr val="000000"/>
              </a:solidFill>
              <a:effectLst/>
              <a:uFillTx/>
              <a:latin typeface="Arial"/>
            </a:endParaRPr>
          </a:p>
          <a:p>
            <a:pPr>
              <a:lnSpc>
                <a:spcPct val="100000"/>
              </a:lnSpc>
            </a:pPr>
            <a:r>
              <a:rPr lang="en-US" sz="2000" b="0" u="none" strike="noStrike">
                <a:solidFill>
                  <a:srgbClr val="FF0000"/>
                </a:solidFill>
                <a:effectLst/>
                <a:uFillTx/>
                <a:latin typeface="Arial"/>
                <a:ea typeface="Arial"/>
              </a:rPr>
              <a:t>You can take 2-3 more slides for each screenshot</a:t>
            </a:r>
            <a:endParaRPr lang="en-IN" sz="2000" b="0" u="none" strike="noStrike">
              <a:solidFill>
                <a:srgbClr val="000000"/>
              </a:solidFill>
              <a:effectLst/>
              <a:uFillTx/>
              <a:latin typeface="Arial"/>
            </a:endParaRPr>
          </a:p>
        </p:txBody>
      </p:sp>
      <p:pic>
        <p:nvPicPr>
          <p:cNvPr id="129" name="Picture 3"/>
          <p:cNvPicPr/>
          <p:nvPr/>
        </p:nvPicPr>
        <p:blipFill>
          <a:blip r:embed="rId1"/>
          <a:stretch/>
        </p:blipFill>
        <p:spPr>
          <a:xfrm>
            <a:off x="804600" y="799920"/>
            <a:ext cx="10582200" cy="5944320"/>
          </a:xfrm>
          <a:prstGeom prst="rect">
            <a:avLst/>
          </a:prstGeom>
          <a:noFill/>
          <a:ln w="0">
            <a:noFill/>
          </a:ln>
        </p:spPr>
      </p:pic>
      <p:pic>
        <p:nvPicPr>
          <p:cNvPr id="130" name=""/>
          <p:cNvPicPr/>
          <p:nvPr/>
        </p:nvPicPr>
        <p:blipFill>
          <a:blip r:embed="rId2"/>
          <a:stretch/>
        </p:blipFill>
        <p:spPr>
          <a:xfrm>
            <a:off x="838080" y="900000"/>
            <a:ext cx="10141920" cy="5220000"/>
          </a:xfrm>
          <a:prstGeom prst="rect">
            <a:avLst/>
          </a:prstGeom>
          <a:noFill/>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TextBox 1"/>
          <p:cNvSpPr/>
          <p:nvPr/>
        </p:nvSpPr>
        <p:spPr>
          <a:xfrm>
            <a:off x="777240" y="484560"/>
            <a:ext cx="7122600" cy="4608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Novelty and Uniqueness</a:t>
            </a:r>
            <a:endParaRPr lang="en-IN" sz="2400" b="0" u="none" strike="noStrike">
              <a:solidFill>
                <a:srgbClr val="000000"/>
              </a:solidFill>
              <a:effectLst/>
              <a:uFillTx/>
              <a:latin typeface="Arial"/>
            </a:endParaRPr>
          </a:p>
        </p:txBody>
      </p:sp>
      <p:sp>
        <p:nvSpPr>
          <p:cNvPr id="132" name="TextBox 2"/>
          <p:cNvSpPr/>
          <p:nvPr/>
        </p:nvSpPr>
        <p:spPr>
          <a:xfrm>
            <a:off x="777240" y="945360"/>
            <a:ext cx="11301120" cy="63388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IN" sz="1800" b="0" u="none" strike="noStrike">
                <a:solidFill>
                  <a:srgbClr val="000000"/>
                </a:solidFill>
                <a:effectLst/>
                <a:uFillTx/>
                <a:latin typeface="Arial"/>
                <a:ea typeface="Arial"/>
              </a:rPr>
              <a:t>The proposed Interview Trainer Agent stands out by combining Agentic AI, personalized interview workflows, adaptive evaluation, and knowledge-grounded feedback into a single intelligent interview preparation system.</a:t>
            </a:r>
            <a:endParaRPr lang="en-IN" sz="1800" b="0" u="none" strike="noStrike">
              <a:solidFill>
                <a:srgbClr val="000000"/>
              </a:solidFill>
              <a:effectLst/>
              <a:uFillTx/>
              <a:latin typeface="Arial"/>
            </a:endParaRPr>
          </a:p>
          <a:p>
            <a:pPr>
              <a:lnSpc>
                <a:spcPct val="100000"/>
              </a:lnSpc>
            </a:pPr>
            <a:r>
              <a:rPr lang="en-IN" sz="1800" b="1" u="none" strike="noStrike">
                <a:solidFill>
                  <a:srgbClr val="000000"/>
                </a:solidFill>
                <a:effectLst/>
                <a:uFillTx/>
                <a:latin typeface="Arial"/>
                <a:ea typeface="Arial"/>
              </a:rPr>
              <a:t>Agentic Interview Intelligence</a:t>
            </a:r>
            <a:r>
              <a:rPr lang="en-IN" sz="1800" b="0" u="none" strike="noStrike">
                <a:solidFill>
                  <a:srgbClr val="000000"/>
                </a:solidFill>
                <a:effectLst/>
                <a:uFillTx/>
                <a:latin typeface="Arial"/>
                <a:ea typeface="Arial"/>
              </a:rPr>
              <a:t> – Goes beyond a basic chatbot by following a structured interview workflow, collecting candidate information, conducting the interview, evaluating responses, and generating feedback.</a:t>
            </a:r>
            <a:endParaRPr lang="en-IN" sz="1800" b="0" u="none" strike="noStrike">
              <a:solidFill>
                <a:srgbClr val="000000"/>
              </a:solidFill>
              <a:effectLst/>
              <a:uFillTx/>
              <a:latin typeface="Arial"/>
            </a:endParaRPr>
          </a:p>
          <a:p>
            <a:pPr>
              <a:lnSpc>
                <a:spcPct val="100000"/>
              </a:lnSpc>
            </a:pPr>
            <a:r>
              <a:rPr lang="en-IN" sz="1800" b="1" u="none" strike="noStrike">
                <a:solidFill>
                  <a:srgbClr val="000000"/>
                </a:solidFill>
                <a:effectLst/>
                <a:uFillTx/>
                <a:latin typeface="Arial"/>
                <a:ea typeface="Arial"/>
              </a:rPr>
              <a:t>Personalized Interview Experience</a:t>
            </a:r>
            <a:r>
              <a:rPr lang="en-IN" sz="1800" b="0" u="none" strike="noStrike">
                <a:solidFill>
                  <a:srgbClr val="000000"/>
                </a:solidFill>
                <a:effectLst/>
                <a:uFillTx/>
                <a:latin typeface="Arial"/>
                <a:ea typeface="Arial"/>
              </a:rPr>
              <a:t> – Creates interview sessions based on the candidate’s experience level, target job role, skills, resume highlights, and job description.</a:t>
            </a:r>
            <a:endParaRPr lang="en-IN" sz="1800" b="0" u="none" strike="noStrike">
              <a:solidFill>
                <a:srgbClr val="000000"/>
              </a:solidFill>
              <a:effectLst/>
              <a:uFillTx/>
              <a:latin typeface="Arial"/>
            </a:endParaRPr>
          </a:p>
          <a:p>
            <a:pPr>
              <a:lnSpc>
                <a:spcPct val="100000"/>
              </a:lnSpc>
            </a:pPr>
            <a:r>
              <a:rPr lang="en-IN" sz="1800" b="1" u="none" strike="noStrike">
                <a:solidFill>
                  <a:srgbClr val="000000"/>
                </a:solidFill>
                <a:effectLst/>
                <a:uFillTx/>
                <a:latin typeface="Arial"/>
                <a:ea typeface="Arial"/>
              </a:rPr>
              <a:t>Knowledge-Grounded Preparation</a:t>
            </a:r>
            <a:r>
              <a:rPr lang="en-IN" sz="1800" b="0" u="none" strike="noStrike">
                <a:solidFill>
                  <a:srgbClr val="000000"/>
                </a:solidFill>
                <a:effectLst/>
                <a:uFillTx/>
                <a:latin typeface="Arial"/>
                <a:ea typeface="Arial"/>
              </a:rPr>
              <a:t> – Uses a structured knowledge base covering DSA, AI/ML, system design, DevOps/cloud, behavioral, leadership, and HR concepts to support relevant interview questions and feedback.</a:t>
            </a:r>
            <a:endParaRPr lang="en-IN" sz="1800" b="0" u="none" strike="noStrike">
              <a:solidFill>
                <a:srgbClr val="000000"/>
              </a:solidFill>
              <a:effectLst/>
              <a:uFillTx/>
              <a:latin typeface="Arial"/>
            </a:endParaRPr>
          </a:p>
          <a:p>
            <a:pPr>
              <a:lnSpc>
                <a:spcPct val="100000"/>
              </a:lnSpc>
            </a:pPr>
            <a:r>
              <a:rPr lang="en-IN" sz="1800" b="1" u="none" strike="noStrike">
                <a:solidFill>
                  <a:srgbClr val="000000"/>
                </a:solidFill>
                <a:effectLst/>
                <a:uFillTx/>
                <a:latin typeface="Arial"/>
                <a:ea typeface="Arial"/>
              </a:rPr>
              <a:t>Adaptive Evaluation</a:t>
            </a:r>
            <a:r>
              <a:rPr lang="en-IN" sz="1800" b="0" u="none" strike="noStrike">
                <a:solidFill>
                  <a:srgbClr val="000000"/>
                </a:solidFill>
                <a:effectLst/>
                <a:uFillTx/>
                <a:latin typeface="Arial"/>
                <a:ea typeface="Arial"/>
              </a:rPr>
              <a:t> – Evaluates candidate responses using scores, strengths, weaknesses, improvement areas, and follow-up questions, enabling the interview to respond to the candidate's performance.</a:t>
            </a:r>
            <a:endParaRPr lang="en-IN" sz="1800" b="0" u="none" strike="noStrike">
              <a:solidFill>
                <a:srgbClr val="000000"/>
              </a:solidFill>
              <a:effectLst/>
              <a:uFillTx/>
              <a:latin typeface="Arial"/>
            </a:endParaRPr>
          </a:p>
          <a:p>
            <a:pPr>
              <a:lnSpc>
                <a:spcPct val="100000"/>
              </a:lnSpc>
            </a:pPr>
            <a:r>
              <a:rPr lang="en-IN" sz="1800" b="1" u="none" strike="noStrike">
                <a:solidFill>
                  <a:srgbClr val="000000"/>
                </a:solidFill>
                <a:effectLst/>
                <a:uFillTx/>
                <a:latin typeface="Arial"/>
                <a:ea typeface="Arial"/>
              </a:rPr>
              <a:t>Multi-Domain Interview Modes</a:t>
            </a:r>
            <a:r>
              <a:rPr lang="en-IN" sz="1800" b="0" u="none" strike="noStrike">
                <a:solidFill>
                  <a:srgbClr val="000000"/>
                </a:solidFill>
                <a:effectLst/>
                <a:uFillTx/>
                <a:latin typeface="Arial"/>
                <a:ea typeface="Arial"/>
              </a:rPr>
              <a:t> – Supports Technical, Behavioral, HR, and Mixed interviews, allowing the same agent to simulate different real-world interview scenarios.</a:t>
            </a:r>
            <a:endParaRPr lang="en-IN" sz="1800" b="0" u="none" strike="noStrike">
              <a:solidFill>
                <a:srgbClr val="000000"/>
              </a:solidFill>
              <a:effectLst/>
              <a:uFillTx/>
              <a:latin typeface="Arial"/>
            </a:endParaRPr>
          </a:p>
          <a:p>
            <a:pPr>
              <a:lnSpc>
                <a:spcPct val="100000"/>
              </a:lnSpc>
            </a:pPr>
            <a:r>
              <a:rPr lang="en-IN" sz="1800" b="1" u="none" strike="noStrike">
                <a:solidFill>
                  <a:srgbClr val="000000"/>
                </a:solidFill>
                <a:effectLst/>
                <a:uFillTx/>
                <a:latin typeface="Arial"/>
                <a:ea typeface="Arial"/>
              </a:rPr>
              <a:t>Job Description Alignment</a:t>
            </a:r>
            <a:r>
              <a:rPr lang="en-IN" sz="1800" b="0" u="none" strike="noStrike">
                <a:solidFill>
                  <a:srgbClr val="000000"/>
                </a:solidFill>
                <a:effectLst/>
                <a:uFillTx/>
                <a:latin typeface="Arial"/>
                <a:ea typeface="Arial"/>
              </a:rPr>
              <a:t> – Uses the candidate’s target Job Description (JD) along with their profile to make the interview more relevant to the role they are preparing for.</a:t>
            </a:r>
            <a:endParaRPr lang="en-IN" sz="1800" b="0" u="none" strike="noStrike">
              <a:solidFill>
                <a:srgbClr val="000000"/>
              </a:solidFill>
              <a:effectLst/>
              <a:uFillTx/>
              <a:latin typeface="Arial"/>
            </a:endParaRPr>
          </a:p>
          <a:p>
            <a:pPr>
              <a:lnSpc>
                <a:spcPct val="100000"/>
              </a:lnSpc>
            </a:pPr>
            <a:r>
              <a:rPr lang="en-IN" sz="1800" b="0" u="none" strike="noStrike">
                <a:solidFill>
                  <a:srgbClr val="000000"/>
                </a:solidFill>
                <a:effectLst/>
                <a:uFillTx/>
                <a:latin typeface="Arial"/>
                <a:ea typeface="Arial"/>
              </a:rPr>
              <a:t>Actionable Performance Feedback – Instead of only asking questions, the agent provides performance scores, identified weak areas, follow-up recommendations, and preparation guidance.</a:t>
            </a:r>
            <a:endParaRPr lang="en-IN" sz="1800" b="0" u="none" strike="noStrike">
              <a:solidFill>
                <a:srgbClr val="000000"/>
              </a:solidFill>
              <a:effectLst/>
              <a:uFillTx/>
              <a:latin typeface="Arial"/>
            </a:endParaRPr>
          </a:p>
          <a:p>
            <a:pPr>
              <a:lnSpc>
                <a:spcPct val="100000"/>
              </a:lnSpc>
            </a:pPr>
            <a:r>
              <a:rPr lang="en-IN" sz="1800" b="1" u="none" strike="noStrike">
                <a:solidFill>
                  <a:srgbClr val="000000"/>
                </a:solidFill>
                <a:effectLst/>
                <a:uFillTx/>
                <a:latin typeface="Arial"/>
                <a:ea typeface="Arial"/>
              </a:rPr>
              <a:t>IBM watsonx Agent Platform</a:t>
            </a:r>
            <a:r>
              <a:rPr lang="en-IN" sz="1800" b="0" u="none" strike="noStrike">
                <a:solidFill>
                  <a:srgbClr val="000000"/>
                </a:solidFill>
                <a:effectLst/>
                <a:uFillTx/>
                <a:latin typeface="Arial"/>
                <a:ea typeface="Arial"/>
              </a:rPr>
              <a:t> – Built using IBM watsonx Orchestrate / IBM Bob and watsonx foundation models, providing an enterprise-oriented platform for developing and managing AI agents.</a:t>
            </a:r>
            <a:endParaRPr lang="en-IN" sz="1800" b="0" u="none" strike="noStrike">
              <a:solidFill>
                <a:srgbClr val="000000"/>
              </a:solidFill>
              <a:effectLst/>
              <a:uFillTx/>
              <a:latin typeface="Arial"/>
            </a:endParaRPr>
          </a:p>
          <a:p>
            <a:pPr>
              <a:lnSpc>
                <a:spcPct val="100000"/>
              </a:lnSpc>
            </a:pPr>
            <a:r>
              <a:rPr lang="en-IN" sz="1800" b="0" u="none" strike="noStrike">
                <a:solidFill>
                  <a:srgbClr val="000000"/>
                </a:solidFill>
                <a:effectLst/>
                <a:uFillTx/>
                <a:latin typeface="Arial"/>
                <a:ea typeface="Arial"/>
              </a:rPr>
              <a:t>This makes the solution an intelligent, personalized, and adaptive interview coach, rather than a static question-and-answer chatbot.</a:t>
            </a:r>
            <a:endParaRPr lang="en-IN" sz="1800" b="0" u="none" strike="noStrike">
              <a:solidFill>
                <a:srgbClr val="000000"/>
              </a:solidFill>
              <a:effectLst/>
              <a:uFillTx/>
              <a:latin typeface="Arial"/>
            </a:endParaRPr>
          </a:p>
          <a:p>
            <a:pPr>
              <a:lnSpc>
                <a:spcPct val="100000"/>
              </a:lnSpc>
            </a:pPr>
            <a:endParaRPr lang="en-IN" sz="18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Google Shape;278;p18"/>
          <p:cNvSpPr/>
          <p:nvPr/>
        </p:nvSpPr>
        <p:spPr>
          <a:xfrm>
            <a:off x="1218600" y="420840"/>
            <a:ext cx="6443640" cy="703440"/>
          </a:xfrm>
          <a:prstGeom prst="rect">
            <a:avLst/>
          </a:prstGeom>
          <a:noFill/>
          <a:ln w="0">
            <a:noFill/>
          </a:ln>
        </p:spPr>
        <p:style>
          <a:lnRef idx="0"/>
          <a:fillRef idx="0"/>
          <a:effectRef idx="0"/>
          <a:fontRef idx="minor"/>
        </p:style>
        <p:txBody>
          <a:bodyPr lIns="0" tIns="0" rIns="0" bIns="0" anchor="t">
            <a:noAutofit/>
          </a:bodyPr>
          <a:p>
            <a:pPr>
              <a:lnSpc>
                <a:spcPct val="157000"/>
              </a:lnSpc>
              <a:tabLst>
                <a:tab pos="0" algn="l"/>
              </a:tabLst>
            </a:pPr>
            <a:r>
              <a:rPr lang="en-US" sz="2400" b="1" u="none" strike="noStrike">
                <a:solidFill>
                  <a:srgbClr val="000000"/>
                </a:solidFill>
                <a:effectLst/>
                <a:uFillTx/>
                <a:latin typeface="Arial"/>
                <a:ea typeface="Arial"/>
              </a:rPr>
              <a:t>Git Hub Link</a:t>
            </a:r>
            <a:endParaRPr lang="en-IN" sz="2400" b="0" u="none" strike="noStrike">
              <a:solidFill>
                <a:srgbClr val="000000"/>
              </a:solidFill>
              <a:effectLst/>
              <a:uFillTx/>
              <a:latin typeface="Arial"/>
            </a:endParaRPr>
          </a:p>
        </p:txBody>
      </p:sp>
      <p:sp>
        <p:nvSpPr>
          <p:cNvPr id="134" name="Google Shape;279;p18"/>
          <p:cNvSpPr/>
          <p:nvPr/>
        </p:nvSpPr>
        <p:spPr>
          <a:xfrm>
            <a:off x="1218600" y="1153800"/>
            <a:ext cx="9213840" cy="427644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 Please create public github repository (Enable Add README  button while creating repository) with format – </a:t>
            </a:r>
            <a:endParaRPr lang="en-IN" sz="1850" b="0" u="none" strike="noStrike">
              <a:solidFill>
                <a:srgbClr val="000000"/>
              </a:solidFill>
              <a:effectLst/>
              <a:uFillTx/>
              <a:latin typeface="Arial"/>
            </a:endParaRPr>
          </a:p>
          <a:p>
            <a:pPr>
              <a:lnSpc>
                <a:spcPct val="162000"/>
              </a:lnSpc>
              <a:tabLst>
                <a:tab pos="0" algn="l"/>
              </a:tabLst>
            </a:pPr>
            <a:r>
              <a:rPr lang="en-US" sz="1850" b="0" u="none" strike="noStrike">
                <a:solidFill>
                  <a:srgbClr val="2B3541"/>
                </a:solidFill>
                <a:effectLst/>
                <a:uFillTx/>
                <a:latin typeface="Times New Roman"/>
                <a:ea typeface="Times New Roman"/>
              </a:rPr>
              <a:t>Please test and Paste the working  Github URL – https://github.com/vamsi-3/IBM-BOB-Interview-Trainer</a:t>
            </a:r>
            <a:endParaRPr lang="en-IN" sz="1850" b="0" u="none" strike="noStrike">
              <a:solidFill>
                <a:srgbClr val="000000"/>
              </a:solidFill>
              <a:effectLst/>
              <a:uFillTx/>
              <a:latin typeface="Arial"/>
            </a:endParaRPr>
          </a:p>
          <a:p>
            <a:pPr>
              <a:lnSpc>
                <a:spcPct val="162000"/>
              </a:lnSpc>
              <a:tabLst>
                <a:tab pos="0" algn="l"/>
              </a:tabLst>
            </a:pPr>
            <a:r>
              <a:rPr lang="en-US" sz="1850" b="1" u="none" strike="noStrike">
                <a:solidFill>
                  <a:srgbClr val="2B3541"/>
                </a:solidFill>
                <a:effectLst/>
                <a:uFillTx/>
                <a:latin typeface="Times New Roman"/>
                <a:ea typeface="Times New Roman"/>
              </a:rPr>
              <a:t>Make sure you have Uploaded following three files into your github repository  </a:t>
            </a:r>
            <a:br>
              <a:rPr sz="1850"/>
            </a:br>
            <a:r>
              <a:rPr lang="en-US" sz="1850" b="0" u="none" strike="noStrike">
                <a:solidFill>
                  <a:srgbClr val="2B3541"/>
                </a:solidFill>
                <a:effectLst/>
                <a:uFillTx/>
                <a:latin typeface="Times New Roman"/>
                <a:ea typeface="Times New Roman"/>
              </a:rPr>
              <a:t>1) All Agent relevant files of IBM Cloud , 2) yourproblemstatement.pdf file  3) your projectpresntation.pptx file 4)any other files </a:t>
            </a:r>
            <a:endParaRPr lang="en-IN" sz="1850" b="0" u="none" strike="noStrike">
              <a:solidFill>
                <a:srgbClr val="000000"/>
              </a:solidFill>
              <a:effectLst/>
              <a:uFillTx/>
              <a:latin typeface="Arial"/>
            </a:endParaRPr>
          </a:p>
          <a:p>
            <a:pPr>
              <a:lnSpc>
                <a:spcPct val="162000"/>
              </a:lnSpc>
              <a:tabLst>
                <a:tab pos="0" algn="l"/>
              </a:tabLst>
            </a:pPr>
            <a:endParaRPr lang="en-IN" sz="1850" b="0" u="none" strike="noStrike">
              <a:solidFill>
                <a:srgbClr val="000000"/>
              </a:solidFill>
              <a:effectLst/>
              <a:uFillTx/>
              <a:latin typeface="Arial"/>
            </a:endParaRPr>
          </a:p>
        </p:txBody>
      </p:sp>
      <p:sp>
        <p:nvSpPr>
          <p:cNvPr id="135" name="Google Shape;280;p18"/>
          <p:cNvSpPr/>
          <p:nvPr/>
        </p:nvSpPr>
        <p:spPr>
          <a:xfrm>
            <a:off x="1218600" y="3360240"/>
            <a:ext cx="7467840" cy="76536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136" name="Google Shape;281;p18"/>
          <p:cNvSpPr/>
          <p:nvPr/>
        </p:nvSpPr>
        <p:spPr>
          <a:xfrm>
            <a:off x="1218600" y="4395600"/>
            <a:ext cx="7467840" cy="76536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137" name="Google Shape;282;p18"/>
          <p:cNvSpPr/>
          <p:nvPr/>
        </p:nvSpPr>
        <p:spPr>
          <a:xfrm>
            <a:off x="1218600" y="5430600"/>
            <a:ext cx="7467840" cy="3823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Google Shape;278;p18"/>
          <p:cNvSpPr/>
          <p:nvPr/>
        </p:nvSpPr>
        <p:spPr>
          <a:xfrm>
            <a:off x="1218600" y="420840"/>
            <a:ext cx="6443640" cy="703440"/>
          </a:xfrm>
          <a:prstGeom prst="rect">
            <a:avLst/>
          </a:prstGeom>
          <a:noFill/>
          <a:ln w="0">
            <a:noFill/>
          </a:ln>
        </p:spPr>
        <p:style>
          <a:lnRef idx="0"/>
          <a:fillRef idx="0"/>
          <a:effectRef idx="0"/>
          <a:fontRef idx="minor"/>
        </p:style>
        <p:txBody>
          <a:bodyPr lIns="0" tIns="0" rIns="0" bIns="0" anchor="t">
            <a:noAutofit/>
          </a:bodyPr>
          <a:p>
            <a:pPr>
              <a:lnSpc>
                <a:spcPct val="157000"/>
              </a:lnSpc>
              <a:tabLst>
                <a:tab pos="0" algn="l"/>
              </a:tabLst>
            </a:pPr>
            <a:r>
              <a:rPr lang="en-US" sz="2400" b="1" u="none" strike="noStrike">
                <a:solidFill>
                  <a:srgbClr val="000000"/>
                </a:solidFill>
                <a:effectLst/>
                <a:uFillTx/>
                <a:latin typeface="Arial"/>
                <a:ea typeface="Arial"/>
              </a:rPr>
              <a:t>Future Scope </a:t>
            </a:r>
            <a:endParaRPr lang="en-IN" sz="2400" b="0" u="none" strike="noStrike">
              <a:solidFill>
                <a:srgbClr val="000000"/>
              </a:solidFill>
              <a:effectLst/>
              <a:uFillTx/>
              <a:latin typeface="Arial"/>
            </a:endParaRPr>
          </a:p>
        </p:txBody>
      </p:sp>
      <p:sp>
        <p:nvSpPr>
          <p:cNvPr id="139" name="Google Shape;279;p18"/>
          <p:cNvSpPr/>
          <p:nvPr/>
        </p:nvSpPr>
        <p:spPr>
          <a:xfrm>
            <a:off x="1218600" y="1221840"/>
            <a:ext cx="9213840" cy="427644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1" u="none" strike="noStrike">
                <a:solidFill>
                  <a:srgbClr val="2B3541"/>
                </a:solidFill>
                <a:effectLst/>
                <a:uFillTx/>
                <a:latin typeface="Times New Roman"/>
                <a:ea typeface="Times New Roman"/>
              </a:rPr>
              <a:t>1. Voice-Based Mock Interviews &amp; Speech Analysis –</a:t>
            </a:r>
            <a:endParaRPr lang="en-IN" sz="1850" b="1" u="none" strike="noStrike">
              <a:solidFill>
                <a:srgbClr val="000000"/>
              </a:solidFill>
              <a:effectLst/>
              <a:uFillTx/>
              <a:latin typeface="Arial"/>
            </a:endParaRPr>
          </a:p>
          <a:p>
            <a:pPr>
              <a:lnSpc>
                <a:spcPct val="162000"/>
              </a:lnSpc>
              <a:tabLst>
                <a:tab pos="0" algn="l"/>
              </a:tabLst>
            </a:pPr>
            <a:r>
              <a:rPr lang="en-US" sz="1850" b="0" u="none" strike="noStrike">
                <a:solidFill>
                  <a:srgbClr val="2B3541"/>
                </a:solidFill>
                <a:effectLst/>
                <a:uFillTx/>
                <a:latin typeface="Times New Roman"/>
                <a:ea typeface="Times New Roman"/>
              </a:rPr>
              <a:t>The system can be enhanced with voice interaction to simulate real interview conversations. Speech analysis can evaluate communication clarity, fluency, confidence, pace, and filler words, providing candidates with feedback beyond the content of their answers.</a:t>
            </a:r>
            <a:endParaRPr lang="en-IN" sz="1850" b="0" u="none" strike="noStrike">
              <a:solidFill>
                <a:srgbClr val="000000"/>
              </a:solidFill>
              <a:effectLst/>
              <a:uFillTx/>
              <a:latin typeface="Arial"/>
            </a:endParaRPr>
          </a:p>
          <a:p>
            <a:pPr>
              <a:lnSpc>
                <a:spcPct val="162000"/>
              </a:lnSpc>
              <a:tabLst>
                <a:tab pos="0" algn="l"/>
              </a:tabLst>
            </a:pPr>
            <a:r>
              <a:rPr lang="en-US" sz="1850" b="1" u="none" strike="noStrike">
                <a:solidFill>
                  <a:srgbClr val="2B3541"/>
                </a:solidFill>
                <a:effectLst/>
                <a:uFillTx/>
                <a:latin typeface="Times New Roman"/>
                <a:ea typeface="Times New Roman"/>
              </a:rPr>
              <a:t>2. Advanced Adaptive Interviewing –</a:t>
            </a:r>
            <a:endParaRPr lang="en-IN" sz="1850" b="0" u="none" strike="noStrike">
              <a:solidFill>
                <a:srgbClr val="000000"/>
              </a:solidFill>
              <a:effectLst/>
              <a:uFillTx/>
              <a:latin typeface="Arial"/>
            </a:endParaRPr>
          </a:p>
          <a:p>
            <a:pPr>
              <a:lnSpc>
                <a:spcPct val="162000"/>
              </a:lnSpc>
              <a:tabLst>
                <a:tab pos="0" algn="l"/>
              </a:tabLst>
            </a:pPr>
            <a:r>
              <a:rPr lang="en-US" sz="1850" b="0" u="none" strike="noStrike">
                <a:solidFill>
                  <a:srgbClr val="2B3541"/>
                </a:solidFill>
                <a:effectLst/>
                <a:uFillTx/>
                <a:latin typeface="Times New Roman"/>
                <a:ea typeface="Times New Roman"/>
              </a:rPr>
              <a:t>Future versions can dynamically adjust the difficulty, question type, and follow-up questions based on the candidate’s previous responses and performance. This will create a more realistic interview experience that continuously adapts to the candidate.</a:t>
            </a:r>
            <a:endParaRPr lang="en-IN" sz="1850" b="0" u="none" strike="noStrike">
              <a:solidFill>
                <a:srgbClr val="000000"/>
              </a:solidFill>
              <a:effectLst/>
              <a:uFillTx/>
              <a:latin typeface="Arial"/>
            </a:endParaRPr>
          </a:p>
          <a:p>
            <a:pPr>
              <a:lnSpc>
                <a:spcPct val="162000"/>
              </a:lnSpc>
              <a:tabLst>
                <a:tab pos="0" algn="l"/>
              </a:tabLst>
            </a:pPr>
            <a:r>
              <a:rPr lang="en-US" sz="1850" b="1" u="none" strike="noStrike">
                <a:solidFill>
                  <a:srgbClr val="2B3541"/>
                </a:solidFill>
                <a:effectLst/>
                <a:uFillTx/>
                <a:latin typeface="Times New Roman"/>
                <a:ea typeface="Times New Roman"/>
              </a:rPr>
              <a:t>3. Resume &amp; Job Description Intelligence –</a:t>
            </a:r>
            <a:endParaRPr lang="en-IN" sz="1850" b="0" u="none" strike="noStrike">
              <a:solidFill>
                <a:srgbClr val="000000"/>
              </a:solidFill>
              <a:effectLst/>
              <a:uFillTx/>
              <a:latin typeface="Arial"/>
            </a:endParaRPr>
          </a:p>
          <a:p>
            <a:pPr>
              <a:lnSpc>
                <a:spcPct val="162000"/>
              </a:lnSpc>
              <a:tabLst>
                <a:tab pos="0" algn="l"/>
              </a:tabLst>
            </a:pPr>
            <a:r>
              <a:rPr lang="en-US" sz="1850" b="0" u="none" strike="noStrike">
                <a:solidFill>
                  <a:srgbClr val="2B3541"/>
                </a:solidFill>
                <a:effectLst/>
                <a:uFillTx/>
                <a:latin typeface="Times New Roman"/>
                <a:ea typeface="Times New Roman"/>
              </a:rPr>
              <a:t>The agent can be enhanced to automatically analyze uploaded resumes and job descriptions to identify skill gaps, required competencies, missing skills, and role-specific preparation areas, generating a high.</a:t>
            </a:r>
            <a:endParaRPr lang="en-IN" sz="1850" b="0" u="none" strike="noStrike">
              <a:solidFill>
                <a:srgbClr val="000000"/>
              </a:solidFill>
              <a:effectLst/>
              <a:uFillTx/>
              <a:latin typeface="Arial"/>
            </a:endParaRPr>
          </a:p>
          <a:p>
            <a:pPr>
              <a:lnSpc>
                <a:spcPct val="162000"/>
              </a:lnSpc>
              <a:tabLst>
                <a:tab pos="0" algn="l"/>
              </a:tabLst>
            </a:pPr>
            <a:endParaRPr lang="en-IN" sz="1850" b="0" u="none" strike="noStrike">
              <a:solidFill>
                <a:srgbClr val="000000"/>
              </a:solidFill>
              <a:effectLst/>
              <a:uFillTx/>
              <a:latin typeface="Arial"/>
            </a:endParaRPr>
          </a:p>
        </p:txBody>
      </p:sp>
      <p:sp>
        <p:nvSpPr>
          <p:cNvPr id="140" name="Google Shape;280;p18"/>
          <p:cNvSpPr/>
          <p:nvPr/>
        </p:nvSpPr>
        <p:spPr>
          <a:xfrm>
            <a:off x="1218600" y="3360240"/>
            <a:ext cx="7467840" cy="76536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141" name="Google Shape;281;p18"/>
          <p:cNvSpPr/>
          <p:nvPr/>
        </p:nvSpPr>
        <p:spPr>
          <a:xfrm>
            <a:off x="1218600" y="4395600"/>
            <a:ext cx="7467840" cy="76536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142" name="Google Shape;282;p18"/>
          <p:cNvSpPr/>
          <p:nvPr/>
        </p:nvSpPr>
        <p:spPr>
          <a:xfrm>
            <a:off x="1218600" y="5430600"/>
            <a:ext cx="7467840" cy="3823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3" name=""/>
          <p:cNvPicPr/>
          <p:nvPr/>
        </p:nvPicPr>
        <p:blipFill>
          <a:blip r:embed="rId1"/>
          <a:stretch/>
        </p:blipFill>
        <p:spPr>
          <a:xfrm>
            <a:off x="838080" y="900000"/>
            <a:ext cx="10514880" cy="5276160"/>
          </a:xfrm>
          <a:prstGeom prst="rect">
            <a:avLst/>
          </a:prstGeom>
          <a:noFill/>
          <a:ln w="0">
            <a:noFill/>
          </a:ln>
        </p:spPr>
      </p:pic>
      <p:sp>
        <p:nvSpPr>
          <p:cNvPr id="144" name=""/>
          <p:cNvSpPr txBox="1"/>
          <p:nvPr/>
        </p:nvSpPr>
        <p:spPr>
          <a:xfrm>
            <a:off x="900000" y="900000"/>
            <a:ext cx="10452960" cy="5220000"/>
          </a:xfrm>
          <a:prstGeom prst="rect">
            <a:avLst/>
          </a:prstGeom>
          <a:noFill/>
          <a:ln w="0">
            <a:noFill/>
          </a:ln>
        </p:spPr>
        <p:txBody>
          <a:bodyPr lIns="90000" tIns="45000" rIns="90000" bIns="45000" anchor="t">
            <a:spAutoFit/>
          </a:bodyPr>
          <a:p>
            <a:pPr>
              <a:lnSpc>
                <a:spcPct val="100000"/>
              </a:lnSpc>
              <a:spcBef>
                <a:spcPts val="57"/>
              </a:spcBef>
            </a:pPr>
            <a:r>
              <a:rPr lang="en-IN" sz="1800" b="1" u="none" strike="noStrike">
                <a:solidFill>
                  <a:srgbClr val="000000"/>
                </a:solidFill>
                <a:effectLst/>
                <a:uFillTx/>
                <a:latin typeface="Arial"/>
              </a:rPr>
              <a:t>4. Multilingual Interview Support</a:t>
            </a:r>
            <a:r>
              <a:rPr lang="en-IN" sz="1800" b="0" u="none" strike="noStrike">
                <a:solidFill>
                  <a:srgbClr val="000000"/>
                </a:solidFill>
                <a:effectLst/>
                <a:uFillTx/>
                <a:latin typeface="Arial"/>
              </a:rPr>
              <a:t> –</a:t>
            </a:r>
            <a:endParaRPr lang="en-IN" sz="1800" b="0" u="none" strike="noStrike">
              <a:solidFill>
                <a:srgbClr val="000000"/>
              </a:solidFill>
              <a:effectLst/>
              <a:uFillTx/>
              <a:latin typeface="Arial"/>
            </a:endParaRPr>
          </a:p>
          <a:p>
            <a:pPr>
              <a:lnSpc>
                <a:spcPct val="100000"/>
              </a:lnSpc>
              <a:spcBef>
                <a:spcPts val="57"/>
              </a:spcBef>
            </a:pPr>
            <a:r>
              <a:rPr lang="en-IN" sz="1800" b="0" u="none" strike="noStrike">
                <a:solidFill>
                  <a:srgbClr val="000000"/>
                </a:solidFill>
                <a:effectLst/>
                <a:uFillTx/>
                <a:latin typeface="Arial"/>
              </a:rPr>
              <a:t>Integration of multilingual capabilities can allow candidates to practice interviews in their preferred languages. This can improve accessibility and make the system useful for candidates from diverse linguistic backgrounds.</a:t>
            </a:r>
            <a:endParaRPr lang="en-IN" sz="1800" b="0" u="none" strike="noStrike">
              <a:solidFill>
                <a:srgbClr val="000000"/>
              </a:solidFill>
              <a:effectLst/>
              <a:uFillTx/>
              <a:latin typeface="Arial"/>
            </a:endParaRPr>
          </a:p>
          <a:p>
            <a:pPr>
              <a:lnSpc>
                <a:spcPct val="100000"/>
              </a:lnSpc>
              <a:spcBef>
                <a:spcPts val="57"/>
              </a:spcBef>
            </a:pPr>
            <a:r>
              <a:rPr lang="en-IN" sz="1800" b="1" u="none" strike="noStrike">
                <a:solidFill>
                  <a:srgbClr val="000000"/>
                </a:solidFill>
                <a:effectLst/>
                <a:uFillTx/>
                <a:latin typeface="Arial"/>
              </a:rPr>
              <a:t>5. Interview Performance Analytics Dashboard</a:t>
            </a:r>
            <a:r>
              <a:rPr lang="en-IN" sz="1800" b="0" u="none" strike="noStrike">
                <a:solidFill>
                  <a:srgbClr val="000000"/>
                </a:solidFill>
                <a:effectLst/>
                <a:uFillTx/>
                <a:latin typeface="Arial"/>
              </a:rPr>
              <a:t> –</a:t>
            </a:r>
            <a:endParaRPr lang="en-IN" sz="1800" b="0" u="none" strike="noStrike">
              <a:solidFill>
                <a:srgbClr val="000000"/>
              </a:solidFill>
              <a:effectLst/>
              <a:uFillTx/>
              <a:latin typeface="Arial"/>
            </a:endParaRPr>
          </a:p>
          <a:p>
            <a:pPr>
              <a:lnSpc>
                <a:spcPct val="100000"/>
              </a:lnSpc>
              <a:spcBef>
                <a:spcPts val="57"/>
              </a:spcBef>
            </a:pPr>
            <a:r>
              <a:rPr lang="en-IN" sz="1800" b="0" u="none" strike="noStrike">
                <a:solidFill>
                  <a:srgbClr val="000000"/>
                </a:solidFill>
                <a:effectLst/>
                <a:uFillTx/>
                <a:latin typeface="Arial"/>
              </a:rPr>
              <a:t>A dedicated dashboard can track scores, strengths, weaknesses, question-wise performance, progress over multiple sessions, and improvement trends, helping candidates monitor their interview readiness over time.</a:t>
            </a:r>
            <a:endParaRPr lang="en-IN" sz="1800" b="0" u="none" strike="noStrike">
              <a:solidFill>
                <a:srgbClr val="000000"/>
              </a:solidFill>
              <a:effectLst/>
              <a:uFillTx/>
              <a:latin typeface="Arial"/>
            </a:endParaRPr>
          </a:p>
          <a:p>
            <a:pPr>
              <a:lnSpc>
                <a:spcPct val="100000"/>
              </a:lnSpc>
              <a:spcBef>
                <a:spcPts val="57"/>
              </a:spcBef>
            </a:pPr>
            <a:r>
              <a:rPr lang="en-IN" sz="1800" b="1" u="none" strike="noStrike">
                <a:solidFill>
                  <a:srgbClr val="000000"/>
                </a:solidFill>
                <a:effectLst/>
                <a:uFillTx/>
                <a:latin typeface="Arial"/>
              </a:rPr>
              <a:t>6. Real-Time Industry &amp; Job Market Integration </a:t>
            </a:r>
            <a:r>
              <a:rPr lang="en-IN" sz="1800" b="0" u="none" strike="noStrike">
                <a:solidFill>
                  <a:srgbClr val="000000"/>
                </a:solidFill>
                <a:effectLst/>
                <a:uFillTx/>
                <a:latin typeface="Arial"/>
              </a:rPr>
              <a:t>–</a:t>
            </a:r>
            <a:endParaRPr lang="en-IN" sz="1800" b="0" u="none" strike="noStrike">
              <a:solidFill>
                <a:srgbClr val="000000"/>
              </a:solidFill>
              <a:effectLst/>
              <a:uFillTx/>
              <a:latin typeface="Arial"/>
            </a:endParaRPr>
          </a:p>
          <a:p>
            <a:pPr>
              <a:lnSpc>
                <a:spcPct val="100000"/>
              </a:lnSpc>
              <a:spcBef>
                <a:spcPts val="57"/>
              </a:spcBef>
            </a:pPr>
            <a:r>
              <a:rPr lang="en-IN" sz="1800" b="0" u="none" strike="noStrike">
                <a:solidFill>
                  <a:srgbClr val="000000"/>
                </a:solidFill>
                <a:effectLst/>
                <a:uFillTx/>
                <a:latin typeface="Arial"/>
              </a:rPr>
              <a:t>The system can be connected with job portals and real-time industry data to generate interview questions based on current job requirements, emerging technologies, and role-specific skill trends.</a:t>
            </a:r>
            <a:endParaRPr lang="en-IN" sz="1800" b="0" u="none" strike="noStrike">
              <a:solidFill>
                <a:srgbClr val="000000"/>
              </a:solidFill>
              <a:effectLst/>
              <a:uFillTx/>
              <a:latin typeface="Arial"/>
            </a:endParaRPr>
          </a:p>
          <a:p>
            <a:pPr>
              <a:lnSpc>
                <a:spcPct val="100000"/>
              </a:lnSpc>
              <a:spcBef>
                <a:spcPts val="57"/>
              </a:spcBef>
            </a:pPr>
            <a:r>
              <a:rPr lang="en-IN" sz="1800" b="1" u="none" strike="noStrike">
                <a:solidFill>
                  <a:srgbClr val="000000"/>
                </a:solidFill>
                <a:effectLst/>
                <a:uFillTx/>
                <a:latin typeface="Arial"/>
              </a:rPr>
              <a:t>7. Enterprise &amp; Recruitment Integratio</a:t>
            </a:r>
            <a:r>
              <a:rPr lang="en-IN" sz="1800" b="0" u="none" strike="noStrike">
                <a:solidFill>
                  <a:srgbClr val="000000"/>
                </a:solidFill>
                <a:effectLst/>
                <a:uFillTx/>
                <a:latin typeface="Arial"/>
              </a:rPr>
              <a:t>n –</a:t>
            </a:r>
            <a:endParaRPr lang="en-IN" sz="1800" b="0" u="none" strike="noStrike">
              <a:solidFill>
                <a:srgbClr val="000000"/>
              </a:solidFill>
              <a:effectLst/>
              <a:uFillTx/>
              <a:latin typeface="Arial"/>
            </a:endParaRPr>
          </a:p>
          <a:p>
            <a:pPr>
              <a:lnSpc>
                <a:spcPct val="100000"/>
              </a:lnSpc>
              <a:spcBef>
                <a:spcPts val="57"/>
              </a:spcBef>
            </a:pPr>
            <a:r>
              <a:rPr lang="en-IN" sz="1800" b="0" u="none" strike="noStrike">
                <a:solidFill>
                  <a:srgbClr val="000000"/>
                </a:solidFill>
                <a:effectLst/>
                <a:uFillTx/>
                <a:latin typeface="Arial"/>
              </a:rPr>
              <a:t>The agent can be extended for organizations to support automated candidate screening, role-specific assessments, structured interview workflows, and recruiter analytics, making it useful beyond individual interview preparation.</a:t>
            </a:r>
            <a:endParaRPr lang="en-IN" sz="1800" b="0" u="none" strike="noStrike">
              <a:solidFill>
                <a:srgbClr val="000000"/>
              </a:solidFill>
              <a:effectLst/>
              <a:uFillTx/>
              <a:latin typeface="Arial"/>
            </a:endParaRPr>
          </a:p>
          <a:p>
            <a:pPr>
              <a:lnSpc>
                <a:spcPct val="100000"/>
              </a:lnSpc>
              <a:spcBef>
                <a:spcPts val="57"/>
              </a:spcBef>
            </a:pPr>
            <a:r>
              <a:rPr lang="en-IN" sz="1800" b="0" u="none" strike="noStrike">
                <a:solidFill>
                  <a:srgbClr val="000000"/>
                </a:solidFill>
                <a:effectLst/>
                <a:uFillTx/>
                <a:latin typeface="Arial"/>
              </a:rPr>
              <a:t>These enhancements can transform the Interview Trainer Agent from a personalized mock-interview system into a comprehensive AI-powered career and recruitment platform.</a:t>
            </a:r>
            <a:endParaRPr lang="en-IN" sz="1800" b="0" u="none" strike="noStrike">
              <a:solidFill>
                <a:srgbClr val="000000"/>
              </a:solidFill>
              <a:effectLst/>
              <a:uFillTx/>
              <a:latin typeface="Arial"/>
            </a:endParaRPr>
          </a:p>
          <a:p>
            <a:pPr>
              <a:lnSpc>
                <a:spcPct val="100000"/>
              </a:lnSpc>
              <a:spcBef>
                <a:spcPts val="57"/>
              </a:spcBef>
            </a:pP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TextBox 5"/>
          <p:cNvSpPr/>
          <p:nvPr/>
        </p:nvSpPr>
        <p:spPr>
          <a:xfrm>
            <a:off x="327960" y="207360"/>
            <a:ext cx="6095160" cy="676440"/>
          </a:xfrm>
          <a:prstGeom prst="rect">
            <a:avLst/>
          </a:prstGeom>
          <a:noFill/>
          <a:ln w="0">
            <a:noFill/>
          </a:ln>
        </p:spPr>
        <p:style>
          <a:lnRef idx="0"/>
          <a:fillRef idx="0"/>
          <a:effectRef idx="0"/>
          <a:fontRef idx="minor"/>
        </p:style>
        <p:txBody>
          <a:bodyPr numCol="1" spcCol="0" horzOverflow="overflow" lIns="90000" tIns="45000" rIns="90000" bIns="45000" anchor="t">
            <a:spAutoFit/>
          </a:bodyPr>
          <a:p>
            <a:pPr>
              <a:lnSpc>
                <a:spcPct val="100000"/>
              </a:lnSpc>
            </a:pPr>
            <a:r>
              <a:rPr lang="en-US" sz="2400" b="1" u="none" strike="noStrike">
                <a:solidFill>
                  <a:srgbClr val="000000"/>
                </a:solidFill>
                <a:effectLst/>
                <a:uFillTx/>
                <a:latin typeface="Arial"/>
                <a:ea typeface="Arial"/>
              </a:rPr>
              <a:t>Certificates Earned:</a:t>
            </a:r>
            <a:endParaRPr lang="en-IN" sz="2400" b="0" u="none" strike="noStrike">
              <a:solidFill>
                <a:srgbClr val="000000"/>
              </a:solidFill>
              <a:effectLst/>
              <a:uFillTx/>
              <a:latin typeface="Arial"/>
            </a:endParaRPr>
          </a:p>
          <a:p>
            <a:pPr algn="ctr">
              <a:lnSpc>
                <a:spcPct val="100000"/>
              </a:lnSpc>
            </a:pPr>
            <a:endParaRPr lang="en-IN" sz="1400" b="0" u="none" strike="noStrike">
              <a:solidFill>
                <a:srgbClr val="000000"/>
              </a:solidFill>
              <a:effectLst/>
              <a:uFillTx/>
              <a:latin typeface="Arial"/>
            </a:endParaRPr>
          </a:p>
        </p:txBody>
      </p:sp>
      <p:sp>
        <p:nvSpPr>
          <p:cNvPr id="146" name="TextBox 2"/>
          <p:cNvSpPr/>
          <p:nvPr/>
        </p:nvSpPr>
        <p:spPr>
          <a:xfrm>
            <a:off x="551880" y="690120"/>
            <a:ext cx="11452320" cy="460800"/>
          </a:xfrm>
          <a:prstGeom prst="rect">
            <a:avLst/>
          </a:prstGeom>
          <a:noFill/>
          <a:ln w="0">
            <a:noFill/>
          </a:ln>
        </p:spPr>
        <p:style>
          <a:lnRef idx="0"/>
          <a:fillRef idx="0"/>
          <a:effectRef idx="0"/>
          <a:fontRef idx="minor"/>
        </p:style>
        <p:txBody>
          <a:bodyPr numCol="1" spcCol="0" horzOverflow="overflow" lIns="90000" tIns="45000" rIns="90000" bIns="45000" anchor="t">
            <a:spAutoFit/>
          </a:bodyPr>
          <a:p>
            <a:pPr>
              <a:lnSpc>
                <a:spcPct val="100000"/>
              </a:lnSpc>
            </a:pPr>
            <a:r>
              <a:rPr lang="en-US" sz="2400" b="1" u="none" strike="noStrike">
                <a:solidFill>
                  <a:srgbClr val="000000"/>
                </a:solidFill>
                <a:effectLst/>
                <a:uFillTx/>
                <a:latin typeface="Arial"/>
                <a:ea typeface="Arial"/>
              </a:rPr>
              <a:t>Please  add your credly certificate(Getting Started with Artificial Intelligence)  </a:t>
            </a:r>
            <a:endParaRPr lang="en-IN" sz="2400" b="0" u="none" strike="noStrike">
              <a:solidFill>
                <a:srgbClr val="000000"/>
              </a:solidFill>
              <a:effectLst/>
              <a:uFillTx/>
              <a:latin typeface="Arial"/>
            </a:endParaRPr>
          </a:p>
        </p:txBody>
      </p:sp>
      <p:grpSp>
        <p:nvGrpSpPr>
          <p:cNvPr id="147" name="Group 7"/>
          <p:cNvGrpSpPr/>
          <p:nvPr/>
        </p:nvGrpSpPr>
        <p:grpSpPr>
          <a:xfrm>
            <a:off x="2406960" y="1423440"/>
            <a:ext cx="6389280" cy="4743720"/>
            <a:chOff x="2406960" y="1423440"/>
            <a:chExt cx="6389280" cy="4743720"/>
          </a:xfrm>
        </p:grpSpPr>
        <p:pic>
          <p:nvPicPr>
            <p:cNvPr id="148" name="Picture 4"/>
            <p:cNvPicPr/>
            <p:nvPr/>
          </p:nvPicPr>
          <p:blipFill>
            <a:blip r:embed="rId1"/>
            <a:stretch/>
          </p:blipFill>
          <p:spPr>
            <a:xfrm>
              <a:off x="2406960" y="1423440"/>
              <a:ext cx="6389280" cy="4743720"/>
            </a:xfrm>
            <a:prstGeom prst="rect">
              <a:avLst/>
            </a:prstGeom>
            <a:noFill/>
            <a:ln w="0">
              <a:noFill/>
            </a:ln>
          </p:spPr>
        </p:pic>
        <p:sp>
          <p:nvSpPr>
            <p:cNvPr id="149" name="Rectangle 6"/>
            <p:cNvSpPr/>
            <p:nvPr/>
          </p:nvSpPr>
          <p:spPr>
            <a:xfrm>
              <a:off x="2841480" y="2979000"/>
              <a:ext cx="4413960" cy="449280"/>
            </a:xfrm>
            <a:prstGeom prst="rect">
              <a:avLst/>
            </a:prstGeom>
            <a:solidFill>
              <a:srgbClr val="4472C4"/>
            </a:solidFill>
            <a:ln>
              <a:solidFill>
                <a:srgbClr val="1D3155"/>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400" b="0" u="none" strike="noStrike">
                <a:solidFill>
                  <a:schemeClr val="lt1"/>
                </a:solidFill>
                <a:effectLst/>
                <a:uFillTx/>
                <a:latin typeface="Arial"/>
              </a:endParaRPr>
            </a:p>
          </p:txBody>
        </p:sp>
      </p:grpSp>
      <p:pic>
        <p:nvPicPr>
          <p:cNvPr id="150" name=""/>
          <p:cNvPicPr/>
          <p:nvPr/>
        </p:nvPicPr>
        <p:blipFill>
          <a:blip r:embed="rId2"/>
          <a:stretch/>
        </p:blipFill>
        <p:spPr>
          <a:xfrm>
            <a:off x="2406960" y="1440000"/>
            <a:ext cx="6413040" cy="4821480"/>
          </a:xfrm>
          <a:prstGeom prst="rect">
            <a:avLst/>
          </a:prstGeom>
          <a:noFill/>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1" name="Google Shape;310;p20"/>
          <p:cNvPicPr/>
          <p:nvPr/>
        </p:nvPicPr>
        <p:blipFill>
          <a:blip r:embed="rId1"/>
          <a:stretch/>
        </p:blipFill>
        <p:spPr>
          <a:xfrm>
            <a:off x="0" y="2190240"/>
            <a:ext cx="12191400" cy="247680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12</TotalTime>
  <Application>LibreOffice/26.2.5.2$Windows_X86_64 LibreOffice_project/cd7284b4cbbfeb507e630c1aac019f4157393acb</Application>
  <AppVersion>15.0000</AppVersion>
  <Words>1428</Words>
  <Paragraphs>142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dc:description/>
  <dc:language>en-IN</dc:language>
  <cp:lastModifiedBy/>
  <dcterms:modified xsi:type="dcterms:W3CDTF">2026-09-12T17:41:00Z</dcterms:modified>
  <cp:revision>4</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16</vt:i4>
  </property>
  <property fmtid="{D5CDD505-2E9C-101B-9397-08002B2CF9AE}" pid="3" name="PresentationFormat">
    <vt:lpwstr>Widescreen</vt:lpwstr>
  </property>
  <property fmtid="{D5CDD505-2E9C-101B-9397-08002B2CF9AE}" pid="4" name="Slides">
    <vt:i4>20</vt:i4>
  </property>
</Properties>
</file>